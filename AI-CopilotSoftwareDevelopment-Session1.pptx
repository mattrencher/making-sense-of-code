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9" r:id="rId4"/>
    <p:sldId id="271" r:id="rId5"/>
    <p:sldId id="260" r:id="rId6"/>
    <p:sldId id="261" r:id="rId7"/>
    <p:sldId id="272" r:id="rId8"/>
    <p:sldId id="262" r:id="rId9"/>
    <p:sldId id="265" r:id="rId10"/>
    <p:sldId id="266" r:id="rId11"/>
    <p:sldId id="267" r:id="rId12"/>
    <p:sldId id="264" r:id="rId13"/>
    <p:sldId id="263" r:id="rId14"/>
    <p:sldId id="268" r:id="rId15"/>
    <p:sldId id="269" r:id="rId16"/>
    <p:sldId id="270" r:id="rId17"/>
    <p:sldId id="273" r:id="rId18"/>
    <p:sldId id="274" r:id="rId19"/>
    <p:sldId id="276" r:id="rId20"/>
    <p:sldId id="275" r:id="rId21"/>
    <p:sldId id="278" r:id="rId22"/>
    <p:sldId id="277"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0" userDrawn="1">
          <p15:clr>
            <a:srgbClr val="A4A3A4"/>
          </p15:clr>
        </p15:guide>
        <p15:guide id="2" pos="4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662" autoAdjust="0"/>
  </p:normalViewPr>
  <p:slideViewPr>
    <p:cSldViewPr snapToGrid="0">
      <p:cViewPr>
        <p:scale>
          <a:sx n="100" d="100"/>
          <a:sy n="100" d="100"/>
        </p:scale>
        <p:origin x="936" y="78"/>
      </p:cViewPr>
      <p:guideLst>
        <p:guide orient="horz" pos="360"/>
        <p:guide pos="4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Rencher" userId="7509b670-7006-40a1-8250-6ba51168b27f" providerId="ADAL" clId="{E7232A41-61A0-480C-A174-A6537E9E3E72}"/>
    <pc:docChg chg="undo custSel modSld">
      <pc:chgData name="Matthew Rencher" userId="7509b670-7006-40a1-8250-6ba51168b27f" providerId="ADAL" clId="{E7232A41-61A0-480C-A174-A6537E9E3E72}" dt="2026-10-20T13:14:09.166" v="1735" actId="20577"/>
      <pc:docMkLst>
        <pc:docMk/>
      </pc:docMkLst>
      <pc:sldChg chg="modNotesTx">
        <pc:chgData name="Matthew Rencher" userId="7509b670-7006-40a1-8250-6ba51168b27f" providerId="ADAL" clId="{E7232A41-61A0-480C-A174-A6537E9E3E72}" dt="2026-10-20T11:50:54.006" v="793" actId="20577"/>
        <pc:sldMkLst>
          <pc:docMk/>
          <pc:sldMk cId="1095794706" sldId="256"/>
        </pc:sldMkLst>
      </pc:sldChg>
      <pc:sldChg chg="modNotesTx">
        <pc:chgData name="Matthew Rencher" userId="7509b670-7006-40a1-8250-6ba51168b27f" providerId="ADAL" clId="{E7232A41-61A0-480C-A174-A6537E9E3E72}" dt="2026-10-20T11:51:49.780" v="841" actId="20577"/>
        <pc:sldMkLst>
          <pc:docMk/>
          <pc:sldMk cId="1675058976" sldId="259"/>
        </pc:sldMkLst>
      </pc:sldChg>
      <pc:sldChg chg="modSp modAnim modNotesTx">
        <pc:chgData name="Matthew Rencher" userId="7509b670-7006-40a1-8250-6ba51168b27f" providerId="ADAL" clId="{E7232A41-61A0-480C-A174-A6537E9E3E72}" dt="2026-10-20T13:14:09.166" v="1735" actId="20577"/>
        <pc:sldMkLst>
          <pc:docMk/>
          <pc:sldMk cId="684201267" sldId="261"/>
        </pc:sldMkLst>
        <pc:spChg chg="mod">
          <ac:chgData name="Matthew Rencher" userId="7509b670-7006-40a1-8250-6ba51168b27f" providerId="ADAL" clId="{E7232A41-61A0-480C-A174-A6537E9E3E72}" dt="2026-10-20T12:00:05.443" v="978" actId="20577"/>
          <ac:spMkLst>
            <pc:docMk/>
            <pc:sldMk cId="684201267" sldId="261"/>
            <ac:spMk id="10" creationId="{D27950F1-085D-476D-A733-3DD71AD75899}"/>
          </ac:spMkLst>
        </pc:spChg>
      </pc:sldChg>
      <pc:sldChg chg="modNotesTx">
        <pc:chgData name="Matthew Rencher" userId="7509b670-7006-40a1-8250-6ba51168b27f" providerId="ADAL" clId="{E7232A41-61A0-480C-A174-A6537E9E3E72}" dt="2026-10-20T12:07:49.745" v="1426" actId="20577"/>
        <pc:sldMkLst>
          <pc:docMk/>
          <pc:sldMk cId="2964712429" sldId="262"/>
        </pc:sldMkLst>
      </pc:sldChg>
      <pc:sldChg chg="modNotesTx">
        <pc:chgData name="Matthew Rencher" userId="7509b670-7006-40a1-8250-6ba51168b27f" providerId="ADAL" clId="{E7232A41-61A0-480C-A174-A6537E9E3E72}" dt="2026-10-20T02:54:47.220" v="337" actId="20577"/>
        <pc:sldMkLst>
          <pc:docMk/>
          <pc:sldMk cId="845285555" sldId="263"/>
        </pc:sldMkLst>
      </pc:sldChg>
      <pc:sldChg chg="modNotesTx">
        <pc:chgData name="Matthew Rencher" userId="7509b670-7006-40a1-8250-6ba51168b27f" providerId="ADAL" clId="{E7232A41-61A0-480C-A174-A6537E9E3E72}" dt="2026-10-20T13:13:41.529" v="1734" actId="20577"/>
        <pc:sldMkLst>
          <pc:docMk/>
          <pc:sldMk cId="3058151671" sldId="264"/>
        </pc:sldMkLst>
      </pc:sldChg>
      <pc:sldChg chg="modNotesTx">
        <pc:chgData name="Matthew Rencher" userId="7509b670-7006-40a1-8250-6ba51168b27f" providerId="ADAL" clId="{E7232A41-61A0-480C-A174-A6537E9E3E72}" dt="2026-10-20T02:48:38.944" v="218" actId="20577"/>
        <pc:sldMkLst>
          <pc:docMk/>
          <pc:sldMk cId="4120309752" sldId="265"/>
        </pc:sldMkLst>
      </pc:sldChg>
      <pc:sldChg chg="modNotesTx">
        <pc:chgData name="Matthew Rencher" userId="7509b670-7006-40a1-8250-6ba51168b27f" providerId="ADAL" clId="{E7232A41-61A0-480C-A174-A6537E9E3E72}" dt="2026-10-20T02:50:24.542" v="238" actId="20577"/>
        <pc:sldMkLst>
          <pc:docMk/>
          <pc:sldMk cId="2107986296" sldId="266"/>
        </pc:sldMkLst>
      </pc:sldChg>
      <pc:sldChg chg="modNotesTx">
        <pc:chgData name="Matthew Rencher" userId="7509b670-7006-40a1-8250-6ba51168b27f" providerId="ADAL" clId="{E7232A41-61A0-480C-A174-A6537E9E3E72}" dt="2026-10-20T02:51:55.417" v="261" actId="20577"/>
        <pc:sldMkLst>
          <pc:docMk/>
          <pc:sldMk cId="4294183760" sldId="267"/>
        </pc:sldMkLst>
      </pc:sldChg>
      <pc:sldChg chg="modNotesTx">
        <pc:chgData name="Matthew Rencher" userId="7509b670-7006-40a1-8250-6ba51168b27f" providerId="ADAL" clId="{E7232A41-61A0-480C-A174-A6537E9E3E72}" dt="2026-10-20T02:57:24.140" v="450" actId="20577"/>
        <pc:sldMkLst>
          <pc:docMk/>
          <pc:sldMk cId="1927218285" sldId="268"/>
        </pc:sldMkLst>
      </pc:sldChg>
      <pc:sldChg chg="modSp mod modAnim modNotesTx">
        <pc:chgData name="Matthew Rencher" userId="7509b670-7006-40a1-8250-6ba51168b27f" providerId="ADAL" clId="{E7232A41-61A0-480C-A174-A6537E9E3E72}" dt="2026-10-20T03:00:45.022" v="709" actId="20577"/>
        <pc:sldMkLst>
          <pc:docMk/>
          <pc:sldMk cId="657014500" sldId="269"/>
        </pc:sldMkLst>
        <pc:spChg chg="mod">
          <ac:chgData name="Matthew Rencher" userId="7509b670-7006-40a1-8250-6ba51168b27f" providerId="ADAL" clId="{E7232A41-61A0-480C-A174-A6537E9E3E72}" dt="2026-10-20T03:00:16.315" v="707" actId="20577"/>
          <ac:spMkLst>
            <pc:docMk/>
            <pc:sldMk cId="657014500" sldId="269"/>
            <ac:spMk id="3" creationId="{E6504B6C-C177-47B7-AA5C-BCA762DB3ECC}"/>
          </ac:spMkLst>
        </pc:spChg>
      </pc:sldChg>
      <pc:sldChg chg="modNotesTx">
        <pc:chgData name="Matthew Rencher" userId="7509b670-7006-40a1-8250-6ba51168b27f" providerId="ADAL" clId="{E7232A41-61A0-480C-A174-A6537E9E3E72}" dt="2026-10-20T03:02:40.342" v="761" actId="20577"/>
        <pc:sldMkLst>
          <pc:docMk/>
          <pc:sldMk cId="3291280692" sldId="270"/>
        </pc:sldMkLst>
      </pc:sldChg>
      <pc:sldChg chg="modNotesTx">
        <pc:chgData name="Matthew Rencher" userId="7509b670-7006-40a1-8250-6ba51168b27f" providerId="ADAL" clId="{E7232A41-61A0-480C-A174-A6537E9E3E72}" dt="2026-10-20T11:52:58.901" v="846" actId="20577"/>
        <pc:sldMkLst>
          <pc:docMk/>
          <pc:sldMk cId="485937161" sldId="271"/>
        </pc:sldMkLst>
      </pc:sldChg>
      <pc:sldChg chg="modSp mod modAnim modNotesTx">
        <pc:chgData name="Matthew Rencher" userId="7509b670-7006-40a1-8250-6ba51168b27f" providerId="ADAL" clId="{E7232A41-61A0-480C-A174-A6537E9E3E72}" dt="2026-10-20T12:06:16.068" v="1364" actId="20577"/>
        <pc:sldMkLst>
          <pc:docMk/>
          <pc:sldMk cId="3065638029" sldId="272"/>
        </pc:sldMkLst>
        <pc:spChg chg="mod">
          <ac:chgData name="Matthew Rencher" userId="7509b670-7006-40a1-8250-6ba51168b27f" providerId="ADAL" clId="{E7232A41-61A0-480C-A174-A6537E9E3E72}" dt="2026-10-20T12:00:47.459" v="1012" actId="20577"/>
          <ac:spMkLst>
            <pc:docMk/>
            <pc:sldMk cId="3065638029" sldId="272"/>
            <ac:spMk id="2" creationId="{3A2582FB-5242-4911-91E8-FFDA752C1977}"/>
          </ac:spMkLst>
        </pc:spChg>
        <pc:spChg chg="mod">
          <ac:chgData name="Matthew Rencher" userId="7509b670-7006-40a1-8250-6ba51168b27f" providerId="ADAL" clId="{E7232A41-61A0-480C-A174-A6537E9E3E72}" dt="2026-10-20T12:04:09.895" v="1231" actId="20577"/>
          <ac:spMkLst>
            <pc:docMk/>
            <pc:sldMk cId="3065638029" sldId="272"/>
            <ac:spMk id="3" creationId="{2C0DE1B7-D3D3-4FEB-A0E1-77499B46082B}"/>
          </ac:spMkLst>
        </pc:spChg>
      </pc:sldChg>
      <pc:sldChg chg="modNotesTx">
        <pc:chgData name="Matthew Rencher" userId="7509b670-7006-40a1-8250-6ba51168b27f" providerId="ADAL" clId="{E7232A41-61A0-480C-A174-A6537E9E3E72}" dt="2026-10-20T03:03:44.216" v="776" actId="20577"/>
        <pc:sldMkLst>
          <pc:docMk/>
          <pc:sldMk cId="3574902088" sldId="274"/>
        </pc:sldMkLst>
      </pc:sldChg>
    </pc:docChg>
  </pc:docChgLst>
  <pc:docChgLst>
    <pc:chgData name="Matthew Rencher" userId="7509b670-7006-40a1-8250-6ba51168b27f" providerId="ADAL" clId="{59AB3154-4AC1-458B-BF11-77E5F38A2736}"/>
    <pc:docChg chg="undo redo custSel addSld delSld modSld sldOrd modMainMaster">
      <pc:chgData name="Matthew Rencher" userId="7509b670-7006-40a1-8250-6ba51168b27f" providerId="ADAL" clId="{59AB3154-4AC1-458B-BF11-77E5F38A2736}" dt="2026-10-20T16:33:14.055" v="27704" actId="1076"/>
      <pc:docMkLst>
        <pc:docMk/>
      </pc:docMkLst>
      <pc:sldChg chg="addSp modSp mod modNotesTx">
        <pc:chgData name="Matthew Rencher" userId="7509b670-7006-40a1-8250-6ba51168b27f" providerId="ADAL" clId="{59AB3154-4AC1-458B-BF11-77E5F38A2736}" dt="2026-10-19T20:10:48.513" v="20875" actId="20577"/>
        <pc:sldMkLst>
          <pc:docMk/>
          <pc:sldMk cId="1095794706" sldId="256"/>
        </pc:sldMkLst>
        <pc:spChg chg="mod">
          <ac:chgData name="Matthew Rencher" userId="7509b670-7006-40a1-8250-6ba51168b27f" providerId="ADAL" clId="{59AB3154-4AC1-458B-BF11-77E5F38A2736}" dt="2026-10-14T17:15:05.063" v="4737" actId="14100"/>
          <ac:spMkLst>
            <pc:docMk/>
            <pc:sldMk cId="1095794706" sldId="256"/>
            <ac:spMk id="2" creationId="{0801A2D5-6335-46CE-A2B6-59E46A04AA65}"/>
          </ac:spMkLst>
        </pc:spChg>
        <pc:spChg chg="mod">
          <ac:chgData name="Matthew Rencher" userId="7509b670-7006-40a1-8250-6ba51168b27f" providerId="ADAL" clId="{59AB3154-4AC1-458B-BF11-77E5F38A2736}" dt="2026-10-01T20:48:47.394" v="4540" actId="20577"/>
          <ac:spMkLst>
            <pc:docMk/>
            <pc:sldMk cId="1095794706" sldId="256"/>
            <ac:spMk id="3" creationId="{92FCB774-7370-44BA-8B38-578EDAF98524}"/>
          </ac:spMkLst>
        </pc:spChg>
        <pc:spChg chg="add mod">
          <ac:chgData name="Matthew Rencher" userId="7509b670-7006-40a1-8250-6ba51168b27f" providerId="ADAL" clId="{59AB3154-4AC1-458B-BF11-77E5F38A2736}" dt="2026-10-19T14:29:54.850" v="11942" actId="1076"/>
          <ac:spMkLst>
            <pc:docMk/>
            <pc:sldMk cId="1095794706" sldId="256"/>
            <ac:spMk id="4" creationId="{AA857316-5B16-4801-AF76-320E90427D14}"/>
          </ac:spMkLst>
        </pc:spChg>
      </pc:sldChg>
      <pc:sldChg chg="addSp delSp modSp mod ord modClrScheme chgLayout modNotesTx">
        <pc:chgData name="Matthew Rencher" userId="7509b670-7006-40a1-8250-6ba51168b27f" providerId="ADAL" clId="{59AB3154-4AC1-458B-BF11-77E5F38A2736}" dt="2026-10-19T20:11:19.037" v="20876" actId="20577"/>
        <pc:sldMkLst>
          <pc:docMk/>
          <pc:sldMk cId="1652170295" sldId="257"/>
        </pc:sldMkLst>
        <pc:spChg chg="mod ord">
          <ac:chgData name="Matthew Rencher" userId="7509b670-7006-40a1-8250-6ba51168b27f" providerId="ADAL" clId="{59AB3154-4AC1-458B-BF11-77E5F38A2736}" dt="2026-10-19T14:53:07.708" v="13372" actId="1076"/>
          <ac:spMkLst>
            <pc:docMk/>
            <pc:sldMk cId="1652170295" sldId="257"/>
            <ac:spMk id="2" creationId="{9338F64B-19B9-4C7D-9B9A-0506CC18D196}"/>
          </ac:spMkLst>
        </pc:spChg>
        <pc:spChg chg="del mod">
          <ac:chgData name="Matthew Rencher" userId="7509b670-7006-40a1-8250-6ba51168b27f" providerId="ADAL" clId="{59AB3154-4AC1-458B-BF11-77E5F38A2736}" dt="2026-10-14T17:14:55.834" v="4736" actId="478"/>
          <ac:spMkLst>
            <pc:docMk/>
            <pc:sldMk cId="1652170295" sldId="257"/>
            <ac:spMk id="3" creationId="{88A4FEF9-2E9F-4EF6-A5AB-0154B52CA524}"/>
          </ac:spMkLst>
        </pc:spChg>
        <pc:spChg chg="add del mod ord">
          <ac:chgData name="Matthew Rencher" userId="7509b670-7006-40a1-8250-6ba51168b27f" providerId="ADAL" clId="{59AB3154-4AC1-458B-BF11-77E5F38A2736}" dt="2026-10-19T14:53:13.523" v="13374" actId="14100"/>
          <ac:spMkLst>
            <pc:docMk/>
            <pc:sldMk cId="1652170295" sldId="257"/>
            <ac:spMk id="3" creationId="{F4F683C2-D58A-4368-B654-3F67AE497E5F}"/>
          </ac:spMkLst>
        </pc:spChg>
        <pc:picChg chg="add del mod">
          <ac:chgData name="Matthew Rencher" userId="7509b670-7006-40a1-8250-6ba51168b27f" providerId="ADAL" clId="{59AB3154-4AC1-458B-BF11-77E5F38A2736}" dt="2026-10-13T15:51:55.598" v="4547" actId="478"/>
          <ac:picMkLst>
            <pc:docMk/>
            <pc:sldMk cId="1652170295" sldId="257"/>
            <ac:picMk id="5" creationId="{C5C8B767-12F5-47AC-88EC-7D641159F27A}"/>
          </ac:picMkLst>
        </pc:picChg>
      </pc:sldChg>
      <pc:sldChg chg="del">
        <pc:chgData name="Matthew Rencher" userId="7509b670-7006-40a1-8250-6ba51168b27f" providerId="ADAL" clId="{59AB3154-4AC1-458B-BF11-77E5F38A2736}" dt="2026-10-01T16:13:39.005" v="0" actId="2696"/>
        <pc:sldMkLst>
          <pc:docMk/>
          <pc:sldMk cId="3316308323" sldId="258"/>
        </pc:sldMkLst>
      </pc:sldChg>
      <pc:sldChg chg="addSp delSp modSp mod ord modClrScheme modAnim chgLayout modNotesTx">
        <pc:chgData name="Matthew Rencher" userId="7509b670-7006-40a1-8250-6ba51168b27f" providerId="ADAL" clId="{59AB3154-4AC1-458B-BF11-77E5F38A2736}" dt="2026-10-20T14:04:03.400" v="23527" actId="20577"/>
        <pc:sldMkLst>
          <pc:docMk/>
          <pc:sldMk cId="1675058976" sldId="259"/>
        </pc:sldMkLst>
        <pc:spChg chg="mod ord">
          <ac:chgData name="Matthew Rencher" userId="7509b670-7006-40a1-8250-6ba51168b27f" providerId="ADAL" clId="{59AB3154-4AC1-458B-BF11-77E5F38A2736}" dt="2026-10-14T19:44:23.202" v="5207" actId="1076"/>
          <ac:spMkLst>
            <pc:docMk/>
            <pc:sldMk cId="1675058976" sldId="259"/>
            <ac:spMk id="2" creationId="{9338F64B-19B9-4C7D-9B9A-0506CC18D196}"/>
          </ac:spMkLst>
        </pc:spChg>
        <pc:spChg chg="add del mod ord">
          <ac:chgData name="Matthew Rencher" userId="7509b670-7006-40a1-8250-6ba51168b27f" providerId="ADAL" clId="{59AB3154-4AC1-458B-BF11-77E5F38A2736}" dt="2026-10-01T16:19:12.644" v="19" actId="700"/>
          <ac:spMkLst>
            <pc:docMk/>
            <pc:sldMk cId="1675058976" sldId="259"/>
            <ac:spMk id="3" creationId="{F034A1D8-4A57-4E69-A8F8-E41B02C25A9E}"/>
          </ac:spMkLst>
        </pc:spChg>
        <pc:spChg chg="mod">
          <ac:chgData name="Matthew Rencher" userId="7509b670-7006-40a1-8250-6ba51168b27f" providerId="ADAL" clId="{59AB3154-4AC1-458B-BF11-77E5F38A2736}" dt="2026-10-14T20:20:19.474" v="5261" actId="164"/>
          <ac:spMkLst>
            <pc:docMk/>
            <pc:sldMk cId="1675058976" sldId="259"/>
            <ac:spMk id="4" creationId="{8C24E27F-CC98-4DA7-B489-CBCAF825F8C6}"/>
          </ac:spMkLst>
        </pc:spChg>
        <pc:spChg chg="mod">
          <ac:chgData name="Matthew Rencher" userId="7509b670-7006-40a1-8250-6ba51168b27f" providerId="ADAL" clId="{59AB3154-4AC1-458B-BF11-77E5F38A2736}" dt="2026-10-14T20:20:23.155" v="5262" actId="164"/>
          <ac:spMkLst>
            <pc:docMk/>
            <pc:sldMk cId="1675058976" sldId="259"/>
            <ac:spMk id="5" creationId="{6772DB98-104D-483E-BCEC-5A977FED6602}"/>
          </ac:spMkLst>
        </pc:spChg>
        <pc:spChg chg="add del mod ord">
          <ac:chgData name="Matthew Rencher" userId="7509b670-7006-40a1-8250-6ba51168b27f" providerId="ADAL" clId="{59AB3154-4AC1-458B-BF11-77E5F38A2736}" dt="2026-10-01T16:19:12.644" v="19" actId="700"/>
          <ac:spMkLst>
            <pc:docMk/>
            <pc:sldMk cId="1675058976" sldId="259"/>
            <ac:spMk id="6" creationId="{1D387167-EE3C-4218-B09F-AAFC32B47826}"/>
          </ac:spMkLst>
        </pc:spChg>
        <pc:spChg chg="add mod">
          <ac:chgData name="Matthew Rencher" userId="7509b670-7006-40a1-8250-6ba51168b27f" providerId="ADAL" clId="{59AB3154-4AC1-458B-BF11-77E5F38A2736}" dt="2026-10-01T19:04:26.813" v="2802" actId="12"/>
          <ac:spMkLst>
            <pc:docMk/>
            <pc:sldMk cId="1675058976" sldId="259"/>
            <ac:spMk id="7" creationId="{E116B863-C330-48A6-A4D4-70F10F5630D1}"/>
          </ac:spMkLst>
        </pc:spChg>
        <pc:spChg chg="mod">
          <ac:chgData name="Matthew Rencher" userId="7509b670-7006-40a1-8250-6ba51168b27f" providerId="ADAL" clId="{59AB3154-4AC1-458B-BF11-77E5F38A2736}" dt="2026-10-14T20:20:19.474" v="5261" actId="164"/>
          <ac:spMkLst>
            <pc:docMk/>
            <pc:sldMk cId="1675058976" sldId="259"/>
            <ac:spMk id="8" creationId="{1C7BA6EF-CED7-4D78-B218-AB6C61FC34F9}"/>
          </ac:spMkLst>
        </pc:spChg>
        <pc:spChg chg="mod">
          <ac:chgData name="Matthew Rencher" userId="7509b670-7006-40a1-8250-6ba51168b27f" providerId="ADAL" clId="{59AB3154-4AC1-458B-BF11-77E5F38A2736}" dt="2026-10-14T20:20:23.155" v="5262" actId="164"/>
          <ac:spMkLst>
            <pc:docMk/>
            <pc:sldMk cId="1675058976" sldId="259"/>
            <ac:spMk id="9" creationId="{CDE88D31-48E7-4B7F-BAA8-238DA713C069}"/>
          </ac:spMkLst>
        </pc:spChg>
        <pc:grpChg chg="add mod">
          <ac:chgData name="Matthew Rencher" userId="7509b670-7006-40a1-8250-6ba51168b27f" providerId="ADAL" clId="{59AB3154-4AC1-458B-BF11-77E5F38A2736}" dt="2026-10-14T20:20:19.474" v="5261" actId="164"/>
          <ac:grpSpMkLst>
            <pc:docMk/>
            <pc:sldMk cId="1675058976" sldId="259"/>
            <ac:grpSpMk id="3" creationId="{09333281-0094-48A9-B396-A7F0D2FF25AF}"/>
          </ac:grpSpMkLst>
        </pc:grpChg>
        <pc:grpChg chg="add mod">
          <ac:chgData name="Matthew Rencher" userId="7509b670-7006-40a1-8250-6ba51168b27f" providerId="ADAL" clId="{59AB3154-4AC1-458B-BF11-77E5F38A2736}" dt="2026-10-14T20:20:23.155" v="5262" actId="164"/>
          <ac:grpSpMkLst>
            <pc:docMk/>
            <pc:sldMk cId="1675058976" sldId="259"/>
            <ac:grpSpMk id="6" creationId="{E7D7F9E3-CFD0-42B5-86AB-EFF4D707A1CB}"/>
          </ac:grpSpMkLst>
        </pc:grpChg>
      </pc:sldChg>
      <pc:sldChg chg="addSp delSp modSp new mod ord setBg modClrScheme modAnim chgLayout modNotesTx">
        <pc:chgData name="Matthew Rencher" userId="7509b670-7006-40a1-8250-6ba51168b27f" providerId="ADAL" clId="{59AB3154-4AC1-458B-BF11-77E5F38A2736}" dt="2026-10-20T14:06:36.811" v="23570" actId="20577"/>
        <pc:sldMkLst>
          <pc:docMk/>
          <pc:sldMk cId="1741136019" sldId="260"/>
        </pc:sldMkLst>
        <pc:spChg chg="del mod ord">
          <ac:chgData name="Matthew Rencher" userId="7509b670-7006-40a1-8250-6ba51168b27f" providerId="ADAL" clId="{59AB3154-4AC1-458B-BF11-77E5F38A2736}" dt="2026-10-01T16:23:06.548" v="93" actId="700"/>
          <ac:spMkLst>
            <pc:docMk/>
            <pc:sldMk cId="1741136019" sldId="260"/>
            <ac:spMk id="2" creationId="{39466F94-B0B8-4243-B61D-378B5038E318}"/>
          </ac:spMkLst>
        </pc:spChg>
        <pc:spChg chg="add mod">
          <ac:chgData name="Matthew Rencher" userId="7509b670-7006-40a1-8250-6ba51168b27f" providerId="ADAL" clId="{59AB3154-4AC1-458B-BF11-77E5F38A2736}" dt="2026-10-19T14:48:24.294" v="13024" actId="1037"/>
          <ac:spMkLst>
            <pc:docMk/>
            <pc:sldMk cId="1741136019" sldId="260"/>
            <ac:spMk id="3" creationId="{28B319F7-4D0B-418E-8ACD-E363E4513412}"/>
          </ac:spMkLst>
        </pc:spChg>
        <pc:spChg chg="del mod ord">
          <ac:chgData name="Matthew Rencher" userId="7509b670-7006-40a1-8250-6ba51168b27f" providerId="ADAL" clId="{59AB3154-4AC1-458B-BF11-77E5F38A2736}" dt="2026-10-01T16:23:06.548" v="93" actId="700"/>
          <ac:spMkLst>
            <pc:docMk/>
            <pc:sldMk cId="1741136019" sldId="260"/>
            <ac:spMk id="3" creationId="{ED07CEB0-81DE-4133-B530-35DE81A143A1}"/>
          </ac:spMkLst>
        </pc:spChg>
        <pc:spChg chg="add del mod ord">
          <ac:chgData name="Matthew Rencher" userId="7509b670-7006-40a1-8250-6ba51168b27f" providerId="ADAL" clId="{59AB3154-4AC1-458B-BF11-77E5F38A2736}" dt="2026-10-01T16:23:12.515" v="94" actId="700"/>
          <ac:spMkLst>
            <pc:docMk/>
            <pc:sldMk cId="1741136019" sldId="260"/>
            <ac:spMk id="4" creationId="{21378AA9-83E2-4894-A756-AA0402599FDF}"/>
          </ac:spMkLst>
        </pc:spChg>
        <pc:spChg chg="add del mod ord">
          <ac:chgData name="Matthew Rencher" userId="7509b670-7006-40a1-8250-6ba51168b27f" providerId="ADAL" clId="{59AB3154-4AC1-458B-BF11-77E5F38A2736}" dt="2026-10-01T16:23:12.515" v="94" actId="700"/>
          <ac:spMkLst>
            <pc:docMk/>
            <pc:sldMk cId="1741136019" sldId="260"/>
            <ac:spMk id="5" creationId="{E331A823-5256-4A4E-900D-D4FEEAF22550}"/>
          </ac:spMkLst>
        </pc:spChg>
        <pc:spChg chg="add del mod ord">
          <ac:chgData name="Matthew Rencher" userId="7509b670-7006-40a1-8250-6ba51168b27f" providerId="ADAL" clId="{59AB3154-4AC1-458B-BF11-77E5F38A2736}" dt="2026-10-01T16:23:12.515" v="94" actId="700"/>
          <ac:spMkLst>
            <pc:docMk/>
            <pc:sldMk cId="1741136019" sldId="260"/>
            <ac:spMk id="6" creationId="{BEA655DF-04FC-44E0-99DE-1BAC0DCD944F}"/>
          </ac:spMkLst>
        </pc:spChg>
        <pc:spChg chg="add del mod ord">
          <ac:chgData name="Matthew Rencher" userId="7509b670-7006-40a1-8250-6ba51168b27f" providerId="ADAL" clId="{59AB3154-4AC1-458B-BF11-77E5F38A2736}" dt="2026-10-01T16:23:12.515" v="94" actId="700"/>
          <ac:spMkLst>
            <pc:docMk/>
            <pc:sldMk cId="1741136019" sldId="260"/>
            <ac:spMk id="7" creationId="{2F337A4A-A9DF-425D-B381-D7961466FE1E}"/>
          </ac:spMkLst>
        </pc:spChg>
        <pc:spChg chg="add del mod ord">
          <ac:chgData name="Matthew Rencher" userId="7509b670-7006-40a1-8250-6ba51168b27f" providerId="ADAL" clId="{59AB3154-4AC1-458B-BF11-77E5F38A2736}" dt="2026-10-01T16:23:12.515" v="94" actId="700"/>
          <ac:spMkLst>
            <pc:docMk/>
            <pc:sldMk cId="1741136019" sldId="260"/>
            <ac:spMk id="8" creationId="{AC4C2BBA-A45F-456B-AD00-DFB423DD4EEE}"/>
          </ac:spMkLst>
        </pc:spChg>
        <pc:spChg chg="add del mod ord">
          <ac:chgData name="Matthew Rencher" userId="7509b670-7006-40a1-8250-6ba51168b27f" providerId="ADAL" clId="{59AB3154-4AC1-458B-BF11-77E5F38A2736}" dt="2026-10-01T16:23:12.515" v="94" actId="700"/>
          <ac:spMkLst>
            <pc:docMk/>
            <pc:sldMk cId="1741136019" sldId="260"/>
            <ac:spMk id="9" creationId="{F8404BA5-BE73-49AC-989C-11DF3DB1927B}"/>
          </ac:spMkLst>
        </pc:spChg>
        <pc:spChg chg="add del mod ord">
          <ac:chgData name="Matthew Rencher" userId="7509b670-7006-40a1-8250-6ba51168b27f" providerId="ADAL" clId="{59AB3154-4AC1-458B-BF11-77E5F38A2736}" dt="2026-10-01T16:23:12.515" v="94" actId="700"/>
          <ac:spMkLst>
            <pc:docMk/>
            <pc:sldMk cId="1741136019" sldId="260"/>
            <ac:spMk id="10" creationId="{1117FB81-6262-4A8A-990D-DC615FD76BEF}"/>
          </ac:spMkLst>
        </pc:spChg>
        <pc:spChg chg="add del mod ord">
          <ac:chgData name="Matthew Rencher" userId="7509b670-7006-40a1-8250-6ba51168b27f" providerId="ADAL" clId="{59AB3154-4AC1-458B-BF11-77E5F38A2736}" dt="2026-10-01T16:23:12.515" v="94" actId="700"/>
          <ac:spMkLst>
            <pc:docMk/>
            <pc:sldMk cId="1741136019" sldId="260"/>
            <ac:spMk id="11" creationId="{8E6BC232-B818-4EA7-9B29-05CAE63C5E3E}"/>
          </ac:spMkLst>
        </pc:spChg>
        <pc:spChg chg="add del mod ord">
          <ac:chgData name="Matthew Rencher" userId="7509b670-7006-40a1-8250-6ba51168b27f" providerId="ADAL" clId="{59AB3154-4AC1-458B-BF11-77E5F38A2736}" dt="2026-10-01T16:23:12.515" v="94" actId="700"/>
          <ac:spMkLst>
            <pc:docMk/>
            <pc:sldMk cId="1741136019" sldId="260"/>
            <ac:spMk id="12" creationId="{78965F9D-B69A-49FA-A44B-A826616DB3C2}"/>
          </ac:spMkLst>
        </pc:spChg>
        <pc:spChg chg="add del mod ord">
          <ac:chgData name="Matthew Rencher" userId="7509b670-7006-40a1-8250-6ba51168b27f" providerId="ADAL" clId="{59AB3154-4AC1-458B-BF11-77E5F38A2736}" dt="2026-10-01T16:23:12.515" v="94" actId="700"/>
          <ac:spMkLst>
            <pc:docMk/>
            <pc:sldMk cId="1741136019" sldId="260"/>
            <ac:spMk id="13" creationId="{449A4C6A-10D5-4849-BB3F-830D7218DFE0}"/>
          </ac:spMkLst>
        </pc:spChg>
        <pc:spChg chg="add mod ord">
          <ac:chgData name="Matthew Rencher" userId="7509b670-7006-40a1-8250-6ba51168b27f" providerId="ADAL" clId="{59AB3154-4AC1-458B-BF11-77E5F38A2736}" dt="2026-10-19T14:45:39.336" v="12893" actId="700"/>
          <ac:spMkLst>
            <pc:docMk/>
            <pc:sldMk cId="1741136019" sldId="260"/>
            <ac:spMk id="14" creationId="{0ECBF494-F999-49E9-A406-11E950793F0E}"/>
          </ac:spMkLst>
        </pc:spChg>
        <pc:spChg chg="add mod ord">
          <ac:chgData name="Matthew Rencher" userId="7509b670-7006-40a1-8250-6ba51168b27f" providerId="ADAL" clId="{59AB3154-4AC1-458B-BF11-77E5F38A2736}" dt="2026-10-19T14:45:39.336" v="12893" actId="700"/>
          <ac:spMkLst>
            <pc:docMk/>
            <pc:sldMk cId="1741136019" sldId="260"/>
            <ac:spMk id="15" creationId="{ED9EC20B-D2CB-4AC9-8096-CBEAF8101863}"/>
          </ac:spMkLst>
        </pc:spChg>
        <pc:spChg chg="add mod ord">
          <ac:chgData name="Matthew Rencher" userId="7509b670-7006-40a1-8250-6ba51168b27f" providerId="ADAL" clId="{59AB3154-4AC1-458B-BF11-77E5F38A2736}" dt="2026-10-19T14:45:39.336" v="12893" actId="700"/>
          <ac:spMkLst>
            <pc:docMk/>
            <pc:sldMk cId="1741136019" sldId="260"/>
            <ac:spMk id="16" creationId="{92523B54-8D03-4429-91BE-1B208CB53318}"/>
          </ac:spMkLst>
        </pc:spChg>
        <pc:spChg chg="add mod ord">
          <ac:chgData name="Matthew Rencher" userId="7509b670-7006-40a1-8250-6ba51168b27f" providerId="ADAL" clId="{59AB3154-4AC1-458B-BF11-77E5F38A2736}" dt="2026-10-19T14:45:39.336" v="12893" actId="700"/>
          <ac:spMkLst>
            <pc:docMk/>
            <pc:sldMk cId="1741136019" sldId="260"/>
            <ac:spMk id="17" creationId="{23DD6446-A7EF-41C1-8402-F86762AF9718}"/>
          </ac:spMkLst>
        </pc:spChg>
        <pc:spChg chg="add mod ord">
          <ac:chgData name="Matthew Rencher" userId="7509b670-7006-40a1-8250-6ba51168b27f" providerId="ADAL" clId="{59AB3154-4AC1-458B-BF11-77E5F38A2736}" dt="2026-10-19T14:47:57.610" v="12959" actId="1035"/>
          <ac:spMkLst>
            <pc:docMk/>
            <pc:sldMk cId="1741136019" sldId="260"/>
            <ac:spMk id="18" creationId="{D3F88778-D4C2-4146-A2EF-C08779F2A617}"/>
          </ac:spMkLst>
        </pc:spChg>
        <pc:spChg chg="add mod ord">
          <ac:chgData name="Matthew Rencher" userId="7509b670-7006-40a1-8250-6ba51168b27f" providerId="ADAL" clId="{59AB3154-4AC1-458B-BF11-77E5F38A2736}" dt="2026-10-19T14:47:57.610" v="12959" actId="1035"/>
          <ac:spMkLst>
            <pc:docMk/>
            <pc:sldMk cId="1741136019" sldId="260"/>
            <ac:spMk id="19" creationId="{4A36D2E4-4145-4726-9F53-3F2077AF9B6D}"/>
          </ac:spMkLst>
        </pc:spChg>
        <pc:spChg chg="add mod ord">
          <ac:chgData name="Matthew Rencher" userId="7509b670-7006-40a1-8250-6ba51168b27f" providerId="ADAL" clId="{59AB3154-4AC1-458B-BF11-77E5F38A2736}" dt="2026-10-19T14:47:57.610" v="12959" actId="1035"/>
          <ac:spMkLst>
            <pc:docMk/>
            <pc:sldMk cId="1741136019" sldId="260"/>
            <ac:spMk id="20" creationId="{781D6E6C-2D13-4BBD-B08B-F816BC49C57D}"/>
          </ac:spMkLst>
        </pc:spChg>
        <pc:picChg chg="add mod modCrop">
          <ac:chgData name="Matthew Rencher" userId="7509b670-7006-40a1-8250-6ba51168b27f" providerId="ADAL" clId="{59AB3154-4AC1-458B-BF11-77E5F38A2736}" dt="2026-10-19T14:47:57.610" v="12959" actId="1035"/>
          <ac:picMkLst>
            <pc:docMk/>
            <pc:sldMk cId="1741136019" sldId="260"/>
            <ac:picMk id="2" creationId="{F45FC898-3B5A-4D62-A52C-6A8C1A007BE1}"/>
          </ac:picMkLst>
        </pc:picChg>
        <pc:picChg chg="add mod">
          <ac:chgData name="Matthew Rencher" userId="7509b670-7006-40a1-8250-6ba51168b27f" providerId="ADAL" clId="{59AB3154-4AC1-458B-BF11-77E5F38A2736}" dt="2026-10-19T14:47:57.610" v="12959" actId="1035"/>
          <ac:picMkLst>
            <pc:docMk/>
            <pc:sldMk cId="1741136019" sldId="260"/>
            <ac:picMk id="1026" creationId="{4FE37039-7801-41E9-8A55-BFBD2E9FD437}"/>
          </ac:picMkLst>
        </pc:picChg>
        <pc:picChg chg="add del mod">
          <ac:chgData name="Matthew Rencher" userId="7509b670-7006-40a1-8250-6ba51168b27f" providerId="ADAL" clId="{59AB3154-4AC1-458B-BF11-77E5F38A2736}" dt="2026-10-15T17:57:13.076" v="6388"/>
          <ac:picMkLst>
            <pc:docMk/>
            <pc:sldMk cId="1741136019" sldId="260"/>
            <ac:picMk id="1028" creationId="{AAFB4C57-1BE4-48C6-AB0A-2E6BB4B39378}"/>
          </ac:picMkLst>
        </pc:picChg>
        <pc:picChg chg="add mod">
          <ac:chgData name="Matthew Rencher" userId="7509b670-7006-40a1-8250-6ba51168b27f" providerId="ADAL" clId="{59AB3154-4AC1-458B-BF11-77E5F38A2736}" dt="2026-10-19T14:47:57.610" v="12959" actId="1035"/>
          <ac:picMkLst>
            <pc:docMk/>
            <pc:sldMk cId="1741136019" sldId="260"/>
            <ac:picMk id="1030" creationId="{D595B7FB-5D3F-469C-8F3F-0694959DC2BF}"/>
          </ac:picMkLst>
        </pc:picChg>
      </pc:sldChg>
      <pc:sldChg chg="addSp delSp modSp new mod modClrScheme modAnim chgLayout modNotesTx">
        <pc:chgData name="Matthew Rencher" userId="7509b670-7006-40a1-8250-6ba51168b27f" providerId="ADAL" clId="{59AB3154-4AC1-458B-BF11-77E5F38A2736}" dt="2026-10-20T14:07:45.838" v="23572" actId="20577"/>
        <pc:sldMkLst>
          <pc:docMk/>
          <pc:sldMk cId="684201267" sldId="261"/>
        </pc:sldMkLst>
        <pc:spChg chg="del mod ord">
          <ac:chgData name="Matthew Rencher" userId="7509b670-7006-40a1-8250-6ba51168b27f" providerId="ADAL" clId="{59AB3154-4AC1-458B-BF11-77E5F38A2736}" dt="2026-10-01T16:26:40.829" v="380" actId="700"/>
          <ac:spMkLst>
            <pc:docMk/>
            <pc:sldMk cId="684201267" sldId="261"/>
            <ac:spMk id="2" creationId="{D403D665-6600-46B9-B875-BCCDC4E0C629}"/>
          </ac:spMkLst>
        </pc:spChg>
        <pc:spChg chg="del mod ord">
          <ac:chgData name="Matthew Rencher" userId="7509b670-7006-40a1-8250-6ba51168b27f" providerId="ADAL" clId="{59AB3154-4AC1-458B-BF11-77E5F38A2736}" dt="2026-10-01T16:26:40.829" v="380" actId="700"/>
          <ac:spMkLst>
            <pc:docMk/>
            <pc:sldMk cId="684201267" sldId="261"/>
            <ac:spMk id="3" creationId="{90E20DA9-37FC-4117-9EC9-E81717E7E06E}"/>
          </ac:spMkLst>
        </pc:spChg>
        <pc:spChg chg="del mod">
          <ac:chgData name="Matthew Rencher" userId="7509b670-7006-40a1-8250-6ba51168b27f" providerId="ADAL" clId="{59AB3154-4AC1-458B-BF11-77E5F38A2736}" dt="2026-10-01T16:26:40.829" v="380" actId="700"/>
          <ac:spMkLst>
            <pc:docMk/>
            <pc:sldMk cId="684201267" sldId="261"/>
            <ac:spMk id="4" creationId="{3CAB2D56-7AE0-45FC-BEDB-371824808C3A}"/>
          </ac:spMkLst>
        </pc:spChg>
        <pc:spChg chg="del mod">
          <ac:chgData name="Matthew Rencher" userId="7509b670-7006-40a1-8250-6ba51168b27f" providerId="ADAL" clId="{59AB3154-4AC1-458B-BF11-77E5F38A2736}" dt="2026-10-01T16:26:40.829" v="380" actId="700"/>
          <ac:spMkLst>
            <pc:docMk/>
            <pc:sldMk cId="684201267" sldId="261"/>
            <ac:spMk id="5" creationId="{484C19A0-7EBA-43CB-B918-CE70A5113641}"/>
          </ac:spMkLst>
        </pc:spChg>
        <pc:spChg chg="del mod">
          <ac:chgData name="Matthew Rencher" userId="7509b670-7006-40a1-8250-6ba51168b27f" providerId="ADAL" clId="{59AB3154-4AC1-458B-BF11-77E5F38A2736}" dt="2026-10-01T16:26:40.829" v="380" actId="700"/>
          <ac:spMkLst>
            <pc:docMk/>
            <pc:sldMk cId="684201267" sldId="261"/>
            <ac:spMk id="6" creationId="{061B301E-0ABE-43F6-921B-47EAD6E1A8A4}"/>
          </ac:spMkLst>
        </pc:spChg>
        <pc:spChg chg="del mod">
          <ac:chgData name="Matthew Rencher" userId="7509b670-7006-40a1-8250-6ba51168b27f" providerId="ADAL" clId="{59AB3154-4AC1-458B-BF11-77E5F38A2736}" dt="2026-10-01T16:26:40.829" v="380" actId="700"/>
          <ac:spMkLst>
            <pc:docMk/>
            <pc:sldMk cId="684201267" sldId="261"/>
            <ac:spMk id="7" creationId="{593C3AA9-FA93-44C2-A706-515C26FAAA24}"/>
          </ac:spMkLst>
        </pc:spChg>
        <pc:spChg chg="del mod">
          <ac:chgData name="Matthew Rencher" userId="7509b670-7006-40a1-8250-6ba51168b27f" providerId="ADAL" clId="{59AB3154-4AC1-458B-BF11-77E5F38A2736}" dt="2026-10-01T16:26:40.829" v="380" actId="700"/>
          <ac:spMkLst>
            <pc:docMk/>
            <pc:sldMk cId="684201267" sldId="261"/>
            <ac:spMk id="8" creationId="{554BA572-F3DC-4651-A2C0-21865231A684}"/>
          </ac:spMkLst>
        </pc:spChg>
        <pc:spChg chg="add mod ord">
          <ac:chgData name="Matthew Rencher" userId="7509b670-7006-40a1-8250-6ba51168b27f" providerId="ADAL" clId="{59AB3154-4AC1-458B-BF11-77E5F38A2736}" dt="2026-10-01T16:26:56.019" v="427" actId="20577"/>
          <ac:spMkLst>
            <pc:docMk/>
            <pc:sldMk cId="684201267" sldId="261"/>
            <ac:spMk id="9" creationId="{AD849807-8C88-464E-AC5E-7F83B8FEF88E}"/>
          </ac:spMkLst>
        </pc:spChg>
        <pc:spChg chg="add mod ord">
          <ac:chgData name="Matthew Rencher" userId="7509b670-7006-40a1-8250-6ba51168b27f" providerId="ADAL" clId="{59AB3154-4AC1-458B-BF11-77E5F38A2736}" dt="2026-10-19T14:56:28.882" v="13461" actId="403"/>
          <ac:spMkLst>
            <pc:docMk/>
            <pc:sldMk cId="684201267" sldId="261"/>
            <ac:spMk id="10" creationId="{D27950F1-085D-476D-A733-3DD71AD75899}"/>
          </ac:spMkLst>
        </pc:spChg>
      </pc:sldChg>
      <pc:sldChg chg="addSp delSp modSp new mod modAnim modNotesTx">
        <pc:chgData name="Matthew Rencher" userId="7509b670-7006-40a1-8250-6ba51168b27f" providerId="ADAL" clId="{59AB3154-4AC1-458B-BF11-77E5F38A2736}" dt="2026-10-20T14:11:27.656" v="23626" actId="20577"/>
        <pc:sldMkLst>
          <pc:docMk/>
          <pc:sldMk cId="2964712429" sldId="262"/>
        </pc:sldMkLst>
        <pc:spChg chg="mod">
          <ac:chgData name="Matthew Rencher" userId="7509b670-7006-40a1-8250-6ba51168b27f" providerId="ADAL" clId="{59AB3154-4AC1-458B-BF11-77E5F38A2736}" dt="2026-10-19T15:01:31.157" v="13925" actId="1076"/>
          <ac:spMkLst>
            <pc:docMk/>
            <pc:sldMk cId="2964712429" sldId="262"/>
            <ac:spMk id="2" creationId="{74B54111-0332-470C-B73C-7B5E0CFC10A4}"/>
          </ac:spMkLst>
        </pc:spChg>
        <pc:spChg chg="mod">
          <ac:chgData name="Matthew Rencher" userId="7509b670-7006-40a1-8250-6ba51168b27f" providerId="ADAL" clId="{59AB3154-4AC1-458B-BF11-77E5F38A2736}" dt="2026-10-20T13:29:27.188" v="22011" actId="14100"/>
          <ac:spMkLst>
            <pc:docMk/>
            <pc:sldMk cId="2964712429" sldId="262"/>
            <ac:spMk id="3" creationId="{EF1900BA-DFC3-4A98-8AD3-CD6E4F2DB224}"/>
          </ac:spMkLst>
        </pc:spChg>
        <pc:picChg chg="add del mod">
          <ac:chgData name="Matthew Rencher" userId="7509b670-7006-40a1-8250-6ba51168b27f" providerId="ADAL" clId="{59AB3154-4AC1-458B-BF11-77E5F38A2736}" dt="2026-10-01T16:37:09.220" v="1102" actId="478"/>
          <ac:picMkLst>
            <pc:docMk/>
            <pc:sldMk cId="2964712429" sldId="262"/>
            <ac:picMk id="5" creationId="{DC267D4D-A748-4296-820D-3C4C35F1359A}"/>
          </ac:picMkLst>
        </pc:picChg>
        <pc:picChg chg="add del mod ord">
          <ac:chgData name="Matthew Rencher" userId="7509b670-7006-40a1-8250-6ba51168b27f" providerId="ADAL" clId="{59AB3154-4AC1-458B-BF11-77E5F38A2736}" dt="2026-10-01T16:37:44.600" v="1108" actId="478"/>
          <ac:picMkLst>
            <pc:docMk/>
            <pc:sldMk cId="2964712429" sldId="262"/>
            <ac:picMk id="7" creationId="{C2412CFD-2E99-4D25-841D-64D22220DF37}"/>
          </ac:picMkLst>
        </pc:picChg>
        <pc:picChg chg="add mod">
          <ac:chgData name="Matthew Rencher" userId="7509b670-7006-40a1-8250-6ba51168b27f" providerId="ADAL" clId="{59AB3154-4AC1-458B-BF11-77E5F38A2736}" dt="2026-10-19T14:59:44.070" v="13765" actId="1076"/>
          <ac:picMkLst>
            <pc:docMk/>
            <pc:sldMk cId="2964712429" sldId="262"/>
            <ac:picMk id="1026" creationId="{B30EAB29-3DC8-47C0-9D55-5DE34718E298}"/>
          </ac:picMkLst>
        </pc:picChg>
      </pc:sldChg>
      <pc:sldChg chg="addSp delSp modSp add mod ord modAnim modNotesTx">
        <pc:chgData name="Matthew Rencher" userId="7509b670-7006-40a1-8250-6ba51168b27f" providerId="ADAL" clId="{59AB3154-4AC1-458B-BF11-77E5F38A2736}" dt="2026-10-20T15:23:03.163" v="25133" actId="6549"/>
        <pc:sldMkLst>
          <pc:docMk/>
          <pc:sldMk cId="845285555" sldId="263"/>
        </pc:sldMkLst>
        <pc:spChg chg="add mod">
          <ac:chgData name="Matthew Rencher" userId="7509b670-7006-40a1-8250-6ba51168b27f" providerId="ADAL" clId="{59AB3154-4AC1-458B-BF11-77E5F38A2736}" dt="2026-10-15T18:51:34.577" v="8106" actId="20577"/>
          <ac:spMkLst>
            <pc:docMk/>
            <pc:sldMk cId="845285555" sldId="263"/>
            <ac:spMk id="2" creationId="{3CDE8FA4-2337-4224-9294-8F25BB50F774}"/>
          </ac:spMkLst>
        </pc:spChg>
        <pc:spChg chg="del">
          <ac:chgData name="Matthew Rencher" userId="7509b670-7006-40a1-8250-6ba51168b27f" providerId="ADAL" clId="{59AB3154-4AC1-458B-BF11-77E5F38A2736}" dt="2026-10-01T16:37:53.859" v="1111" actId="478"/>
          <ac:spMkLst>
            <pc:docMk/>
            <pc:sldMk cId="845285555" sldId="263"/>
            <ac:spMk id="2" creationId="{74B54111-0332-470C-B73C-7B5E0CFC10A4}"/>
          </ac:spMkLst>
        </pc:spChg>
        <pc:spChg chg="add mod">
          <ac:chgData name="Matthew Rencher" userId="7509b670-7006-40a1-8250-6ba51168b27f" providerId="ADAL" clId="{59AB3154-4AC1-458B-BF11-77E5F38A2736}" dt="2026-10-15T19:00:05.875" v="8532" actId="1038"/>
          <ac:spMkLst>
            <pc:docMk/>
            <pc:sldMk cId="845285555" sldId="263"/>
            <ac:spMk id="3" creationId="{8227C981-30A0-44B8-B282-0E820FC582E0}"/>
          </ac:spMkLst>
        </pc:spChg>
        <pc:spChg chg="del">
          <ac:chgData name="Matthew Rencher" userId="7509b670-7006-40a1-8250-6ba51168b27f" providerId="ADAL" clId="{59AB3154-4AC1-458B-BF11-77E5F38A2736}" dt="2026-10-01T16:37:49.168" v="1109" actId="478"/>
          <ac:spMkLst>
            <pc:docMk/>
            <pc:sldMk cId="845285555" sldId="263"/>
            <ac:spMk id="3" creationId="{EF1900BA-DFC3-4A98-8AD3-CD6E4F2DB224}"/>
          </ac:spMkLst>
        </pc:spChg>
        <pc:spChg chg="add del mod">
          <ac:chgData name="Matthew Rencher" userId="7509b670-7006-40a1-8250-6ba51168b27f" providerId="ADAL" clId="{59AB3154-4AC1-458B-BF11-77E5F38A2736}" dt="2026-10-01T16:37:58.545" v="1112" actId="478"/>
          <ac:spMkLst>
            <pc:docMk/>
            <pc:sldMk cId="845285555" sldId="263"/>
            <ac:spMk id="5" creationId="{0790A2F7-56A1-4C5C-BE71-972F633C53F1}"/>
          </ac:spMkLst>
        </pc:spChg>
        <pc:spChg chg="add mod">
          <ac:chgData name="Matthew Rencher" userId="7509b670-7006-40a1-8250-6ba51168b27f" providerId="ADAL" clId="{59AB3154-4AC1-458B-BF11-77E5F38A2736}" dt="2026-10-15T19:00:13.761" v="8552" actId="1038"/>
          <ac:spMkLst>
            <pc:docMk/>
            <pc:sldMk cId="845285555" sldId="263"/>
            <ac:spMk id="5" creationId="{4A2EBAFF-0950-4DBF-8C9E-DF9D859191EB}"/>
          </ac:spMkLst>
        </pc:spChg>
        <pc:spChg chg="add mod">
          <ac:chgData name="Matthew Rencher" userId="7509b670-7006-40a1-8250-6ba51168b27f" providerId="ADAL" clId="{59AB3154-4AC1-458B-BF11-77E5F38A2736}" dt="2026-10-15T19:00:20.498" v="8580" actId="1037"/>
          <ac:spMkLst>
            <pc:docMk/>
            <pc:sldMk cId="845285555" sldId="263"/>
            <ac:spMk id="6" creationId="{A785B274-0196-47C5-9B76-460376F763B7}"/>
          </ac:spMkLst>
        </pc:spChg>
        <pc:spChg chg="add del mod">
          <ac:chgData name="Matthew Rencher" userId="7509b670-7006-40a1-8250-6ba51168b27f" providerId="ADAL" clId="{59AB3154-4AC1-458B-BF11-77E5F38A2736}" dt="2026-10-01T16:38:00.337" v="1113" actId="478"/>
          <ac:spMkLst>
            <pc:docMk/>
            <pc:sldMk cId="845285555" sldId="263"/>
            <ac:spMk id="8" creationId="{813058E0-7DB8-4E40-AE0D-9CC1FEEA2C3B}"/>
          </ac:spMkLst>
        </pc:spChg>
        <pc:spChg chg="add mod">
          <ac:chgData name="Matthew Rencher" userId="7509b670-7006-40a1-8250-6ba51168b27f" providerId="ADAL" clId="{59AB3154-4AC1-458B-BF11-77E5F38A2736}" dt="2026-10-15T19:00:26.178" v="8581" actId="1076"/>
          <ac:spMkLst>
            <pc:docMk/>
            <pc:sldMk cId="845285555" sldId="263"/>
            <ac:spMk id="8" creationId="{8E1FEB60-EB0B-4A2A-8C2B-86D43435974A}"/>
          </ac:spMkLst>
        </pc:spChg>
        <pc:picChg chg="del mod">
          <ac:chgData name="Matthew Rencher" userId="7509b670-7006-40a1-8250-6ba51168b27f" providerId="ADAL" clId="{59AB3154-4AC1-458B-BF11-77E5F38A2736}" dt="2026-10-15T18:58:30.715" v="8511" actId="478"/>
          <ac:picMkLst>
            <pc:docMk/>
            <pc:sldMk cId="845285555" sldId="263"/>
            <ac:picMk id="7" creationId="{C2412CFD-2E99-4D25-841D-64D22220DF37}"/>
          </ac:picMkLst>
        </pc:picChg>
        <pc:picChg chg="add del mod ord">
          <ac:chgData name="Matthew Rencher" userId="7509b670-7006-40a1-8250-6ba51168b27f" providerId="ADAL" clId="{59AB3154-4AC1-458B-BF11-77E5F38A2736}" dt="2026-10-15T18:59:22.506" v="8514" actId="478"/>
          <ac:picMkLst>
            <pc:docMk/>
            <pc:sldMk cId="845285555" sldId="263"/>
            <ac:picMk id="9" creationId="{410A6264-0657-4CA2-8D47-8C205493FDA2}"/>
          </ac:picMkLst>
        </pc:picChg>
        <pc:picChg chg="add mod ord">
          <ac:chgData name="Matthew Rencher" userId="7509b670-7006-40a1-8250-6ba51168b27f" providerId="ADAL" clId="{59AB3154-4AC1-458B-BF11-77E5F38A2736}" dt="2026-10-15T18:59:56.602" v="8524" actId="1076"/>
          <ac:picMkLst>
            <pc:docMk/>
            <pc:sldMk cId="845285555" sldId="263"/>
            <ac:picMk id="11" creationId="{68BD1CE5-2BDC-4184-B7B1-7CFBA8533D3B}"/>
          </ac:picMkLst>
        </pc:picChg>
      </pc:sldChg>
      <pc:sldChg chg="addSp delSp modSp add mod ord modAnim modNotesTx">
        <pc:chgData name="Matthew Rencher" userId="7509b670-7006-40a1-8250-6ba51168b27f" providerId="ADAL" clId="{59AB3154-4AC1-458B-BF11-77E5F38A2736}" dt="2026-10-20T14:49:57.078" v="24557" actId="20577"/>
        <pc:sldMkLst>
          <pc:docMk/>
          <pc:sldMk cId="3058151671" sldId="264"/>
        </pc:sldMkLst>
        <pc:spChg chg="mod">
          <ac:chgData name="Matthew Rencher" userId="7509b670-7006-40a1-8250-6ba51168b27f" providerId="ADAL" clId="{59AB3154-4AC1-458B-BF11-77E5F38A2736}" dt="2026-10-19T15:25:50.195" v="15517" actId="20577"/>
          <ac:spMkLst>
            <pc:docMk/>
            <pc:sldMk cId="3058151671" sldId="264"/>
            <ac:spMk id="2" creationId="{74B54111-0332-470C-B73C-7B5E0CFC10A4}"/>
          </ac:spMkLst>
        </pc:spChg>
        <pc:spChg chg="del mod">
          <ac:chgData name="Matthew Rencher" userId="7509b670-7006-40a1-8250-6ba51168b27f" providerId="ADAL" clId="{59AB3154-4AC1-458B-BF11-77E5F38A2736}" dt="2026-10-01T16:59:11.067" v="1921" actId="478"/>
          <ac:spMkLst>
            <pc:docMk/>
            <pc:sldMk cId="3058151671" sldId="264"/>
            <ac:spMk id="3" creationId="{EF1900BA-DFC3-4A98-8AD3-CD6E4F2DB224}"/>
          </ac:spMkLst>
        </pc:spChg>
        <pc:spChg chg="add del mod">
          <ac:chgData name="Matthew Rencher" userId="7509b670-7006-40a1-8250-6ba51168b27f" providerId="ADAL" clId="{59AB3154-4AC1-458B-BF11-77E5F38A2736}" dt="2026-10-01T16:59:15.256" v="1922" actId="478"/>
          <ac:spMkLst>
            <pc:docMk/>
            <pc:sldMk cId="3058151671" sldId="264"/>
            <ac:spMk id="7" creationId="{EBE5288E-4FC4-489B-91C6-4E4BDA1FFBF4}"/>
          </ac:spMkLst>
        </pc:spChg>
        <pc:spChg chg="add mod">
          <ac:chgData name="Matthew Rencher" userId="7509b670-7006-40a1-8250-6ba51168b27f" providerId="ADAL" clId="{59AB3154-4AC1-458B-BF11-77E5F38A2736}" dt="2026-10-01T18:46:16.963" v="2367" actId="14100"/>
          <ac:spMkLst>
            <pc:docMk/>
            <pc:sldMk cId="3058151671" sldId="264"/>
            <ac:spMk id="8" creationId="{60B03F06-68FC-4536-80EB-35E7C14CE1A9}"/>
          </ac:spMkLst>
        </pc:spChg>
        <pc:picChg chg="add mod">
          <ac:chgData name="Matthew Rencher" userId="7509b670-7006-40a1-8250-6ba51168b27f" providerId="ADAL" clId="{59AB3154-4AC1-458B-BF11-77E5F38A2736}" dt="2026-10-15T19:46:03.747" v="11541" actId="1076"/>
          <ac:picMkLst>
            <pc:docMk/>
            <pc:sldMk cId="3058151671" sldId="264"/>
            <ac:picMk id="5" creationId="{8D8987EA-DA17-4BB1-B3F1-C077E91B6D5C}"/>
          </ac:picMkLst>
        </pc:picChg>
      </pc:sldChg>
      <pc:sldChg chg="addSp modSp add mod modAnim modNotesTx">
        <pc:chgData name="Matthew Rencher" userId="7509b670-7006-40a1-8250-6ba51168b27f" providerId="ADAL" clId="{59AB3154-4AC1-458B-BF11-77E5F38A2736}" dt="2026-10-19T20:18:17.834" v="20907" actId="20577"/>
        <pc:sldMkLst>
          <pc:docMk/>
          <pc:sldMk cId="4120309752" sldId="265"/>
        </pc:sldMkLst>
        <pc:spChg chg="mod">
          <ac:chgData name="Matthew Rencher" userId="7509b670-7006-40a1-8250-6ba51168b27f" providerId="ADAL" clId="{59AB3154-4AC1-458B-BF11-77E5F38A2736}" dt="2026-10-19T20:18:17.834" v="20907" actId="20577"/>
          <ac:spMkLst>
            <pc:docMk/>
            <pc:sldMk cId="4120309752" sldId="265"/>
            <ac:spMk id="3" creationId="{EF1900BA-DFC3-4A98-8AD3-CD6E4F2DB224}"/>
          </ac:spMkLst>
        </pc:spChg>
        <pc:spChg chg="add mod">
          <ac:chgData name="Matthew Rencher" userId="7509b670-7006-40a1-8250-6ba51168b27f" providerId="ADAL" clId="{59AB3154-4AC1-458B-BF11-77E5F38A2736}" dt="2026-10-15T18:41:21.764" v="7096" actId="1076"/>
          <ac:spMkLst>
            <pc:docMk/>
            <pc:sldMk cId="4120309752" sldId="265"/>
            <ac:spMk id="4" creationId="{44FB2DBA-08DD-40A0-A71F-B842F143D9F5}"/>
          </ac:spMkLst>
        </pc:spChg>
        <pc:spChg chg="add mod">
          <ac:chgData name="Matthew Rencher" userId="7509b670-7006-40a1-8250-6ba51168b27f" providerId="ADAL" clId="{59AB3154-4AC1-458B-BF11-77E5F38A2736}" dt="2026-10-15T18:41:25.682" v="7097" actId="1076"/>
          <ac:spMkLst>
            <pc:docMk/>
            <pc:sldMk cId="4120309752" sldId="265"/>
            <ac:spMk id="5" creationId="{811698F0-1AF2-4D04-8F38-9FADAA1CD441}"/>
          </ac:spMkLst>
        </pc:spChg>
      </pc:sldChg>
      <pc:sldChg chg="modSp new mod ord modAnim modNotesTx">
        <pc:chgData name="Matthew Rencher" userId="7509b670-7006-40a1-8250-6ba51168b27f" providerId="ADAL" clId="{59AB3154-4AC1-458B-BF11-77E5F38A2736}" dt="2026-10-20T14:39:46.103" v="24081" actId="20577"/>
        <pc:sldMkLst>
          <pc:docMk/>
          <pc:sldMk cId="2107986296" sldId="266"/>
        </pc:sldMkLst>
        <pc:spChg chg="mod">
          <ac:chgData name="Matthew Rencher" userId="7509b670-7006-40a1-8250-6ba51168b27f" providerId="ADAL" clId="{59AB3154-4AC1-458B-BF11-77E5F38A2736}" dt="2026-10-01T19:29:10.030" v="3229" actId="20577"/>
          <ac:spMkLst>
            <pc:docMk/>
            <pc:sldMk cId="2107986296" sldId="266"/>
            <ac:spMk id="2" creationId="{75EDF172-4971-4538-BC21-A7DEABAE86AA}"/>
          </ac:spMkLst>
        </pc:spChg>
        <pc:spChg chg="mod">
          <ac:chgData name="Matthew Rencher" userId="7509b670-7006-40a1-8250-6ba51168b27f" providerId="ADAL" clId="{59AB3154-4AC1-458B-BF11-77E5F38A2736}" dt="2026-10-19T15:12:07.413" v="14653" actId="20577"/>
          <ac:spMkLst>
            <pc:docMk/>
            <pc:sldMk cId="2107986296" sldId="266"/>
            <ac:spMk id="3" creationId="{E67E1C70-7663-4AC5-8AFE-DC7464E32C5A}"/>
          </ac:spMkLst>
        </pc:spChg>
      </pc:sldChg>
      <pc:sldChg chg="addSp delSp modSp new mod modAnim modNotesTx">
        <pc:chgData name="Matthew Rencher" userId="7509b670-7006-40a1-8250-6ba51168b27f" providerId="ADAL" clId="{59AB3154-4AC1-458B-BF11-77E5F38A2736}" dt="2026-10-20T16:11:38.809" v="26997" actId="478"/>
        <pc:sldMkLst>
          <pc:docMk/>
          <pc:sldMk cId="4294183760" sldId="267"/>
        </pc:sldMkLst>
        <pc:spChg chg="mod">
          <ac:chgData name="Matthew Rencher" userId="7509b670-7006-40a1-8250-6ba51168b27f" providerId="ADAL" clId="{59AB3154-4AC1-458B-BF11-77E5F38A2736}" dt="2026-10-01T19:30:20.076" v="3470" actId="20577"/>
          <ac:spMkLst>
            <pc:docMk/>
            <pc:sldMk cId="4294183760" sldId="267"/>
            <ac:spMk id="2" creationId="{905A4AD5-60FE-470D-9B8E-AF85F369ADC3}"/>
          </ac:spMkLst>
        </pc:spChg>
        <pc:spChg chg="mod">
          <ac:chgData name="Matthew Rencher" userId="7509b670-7006-40a1-8250-6ba51168b27f" providerId="ADAL" clId="{59AB3154-4AC1-458B-BF11-77E5F38A2736}" dt="2026-10-20T16:10:18.471" v="26897" actId="14100"/>
          <ac:spMkLst>
            <pc:docMk/>
            <pc:sldMk cId="4294183760" sldId="267"/>
            <ac:spMk id="3" creationId="{B59F3896-DA7A-4BB9-964C-AD87315F1371}"/>
          </ac:spMkLst>
        </pc:spChg>
        <pc:picChg chg="add del mod">
          <ac:chgData name="Matthew Rencher" userId="7509b670-7006-40a1-8250-6ba51168b27f" providerId="ADAL" clId="{59AB3154-4AC1-458B-BF11-77E5F38A2736}" dt="2026-10-20T16:11:38.809" v="26997" actId="478"/>
          <ac:picMkLst>
            <pc:docMk/>
            <pc:sldMk cId="4294183760" sldId="267"/>
            <ac:picMk id="7" creationId="{359FB961-3BB3-439D-8C8D-FD54C07F7A58}"/>
          </ac:picMkLst>
        </pc:picChg>
        <pc:picChg chg="add del mod">
          <ac:chgData name="Matthew Rencher" userId="7509b670-7006-40a1-8250-6ba51168b27f" providerId="ADAL" clId="{59AB3154-4AC1-458B-BF11-77E5F38A2736}" dt="2026-10-19T15:48:01.624" v="17347" actId="21"/>
          <ac:picMkLst>
            <pc:docMk/>
            <pc:sldMk cId="4294183760" sldId="267"/>
            <ac:picMk id="2050" creationId="{96590483-FE8F-4514-B749-F49C98A6A8DA}"/>
          </ac:picMkLst>
        </pc:picChg>
        <pc:picChg chg="add del mod">
          <ac:chgData name="Matthew Rencher" userId="7509b670-7006-40a1-8250-6ba51168b27f" providerId="ADAL" clId="{59AB3154-4AC1-458B-BF11-77E5F38A2736}" dt="2026-10-20T16:08:13.686" v="26888" actId="478"/>
          <ac:picMkLst>
            <pc:docMk/>
            <pc:sldMk cId="4294183760" sldId="267"/>
            <ac:picMk id="2050" creationId="{EDC1897F-CEC8-4D88-BB42-EADEDAFC6E7A}"/>
          </ac:picMkLst>
        </pc:picChg>
        <pc:picChg chg="add del">
          <ac:chgData name="Matthew Rencher" userId="7509b670-7006-40a1-8250-6ba51168b27f" providerId="ADAL" clId="{59AB3154-4AC1-458B-BF11-77E5F38A2736}" dt="2026-10-20T16:08:42.846" v="26895"/>
          <ac:picMkLst>
            <pc:docMk/>
            <pc:sldMk cId="4294183760" sldId="267"/>
            <ac:picMk id="2052" creationId="{68813E89-D4A7-4C44-9B93-F0C2D801D5BE}"/>
          </ac:picMkLst>
        </pc:picChg>
        <pc:picChg chg="add del mod">
          <ac:chgData name="Matthew Rencher" userId="7509b670-7006-40a1-8250-6ba51168b27f" providerId="ADAL" clId="{59AB3154-4AC1-458B-BF11-77E5F38A2736}" dt="2026-10-20T16:11:08.149" v="26980" actId="21"/>
          <ac:picMkLst>
            <pc:docMk/>
            <pc:sldMk cId="4294183760" sldId="267"/>
            <ac:picMk id="2054" creationId="{DA0D3E60-2D06-4147-A24D-63B4877F4157}"/>
          </ac:picMkLst>
        </pc:picChg>
      </pc:sldChg>
      <pc:sldChg chg="addSp modSp new mod modAnim modNotesTx">
        <pc:chgData name="Matthew Rencher" userId="7509b670-7006-40a1-8250-6ba51168b27f" providerId="ADAL" clId="{59AB3154-4AC1-458B-BF11-77E5F38A2736}" dt="2026-10-20T15:24:25.533" v="25154" actId="20577"/>
        <pc:sldMkLst>
          <pc:docMk/>
          <pc:sldMk cId="1927218285" sldId="268"/>
        </pc:sldMkLst>
        <pc:spChg chg="mod">
          <ac:chgData name="Matthew Rencher" userId="7509b670-7006-40a1-8250-6ba51168b27f" providerId="ADAL" clId="{59AB3154-4AC1-458B-BF11-77E5F38A2736}" dt="2026-10-01T20:21:20.502" v="3715" actId="20577"/>
          <ac:spMkLst>
            <pc:docMk/>
            <pc:sldMk cId="1927218285" sldId="268"/>
            <ac:spMk id="2" creationId="{F880C4A9-2E53-413F-BE69-991475E725AF}"/>
          </ac:spMkLst>
        </pc:spChg>
        <pc:spChg chg="mod">
          <ac:chgData name="Matthew Rencher" userId="7509b670-7006-40a1-8250-6ba51168b27f" providerId="ADAL" clId="{59AB3154-4AC1-458B-BF11-77E5F38A2736}" dt="2026-10-19T15:38:54.983" v="16478" actId="20577"/>
          <ac:spMkLst>
            <pc:docMk/>
            <pc:sldMk cId="1927218285" sldId="268"/>
            <ac:spMk id="3" creationId="{9E986A1F-7EDA-43C0-A03A-856D1E548C8B}"/>
          </ac:spMkLst>
        </pc:spChg>
        <pc:spChg chg="add mod">
          <ac:chgData name="Matthew Rencher" userId="7509b670-7006-40a1-8250-6ba51168b27f" providerId="ADAL" clId="{59AB3154-4AC1-458B-BF11-77E5F38A2736}" dt="2026-10-19T15:39:02.144" v="16480" actId="1076"/>
          <ac:spMkLst>
            <pc:docMk/>
            <pc:sldMk cId="1927218285" sldId="268"/>
            <ac:spMk id="4" creationId="{CB836C0B-8F19-4B70-AD89-2C1480772184}"/>
          </ac:spMkLst>
        </pc:spChg>
      </pc:sldChg>
      <pc:sldChg chg="addSp modSp new mod modAnim modNotesTx">
        <pc:chgData name="Matthew Rencher" userId="7509b670-7006-40a1-8250-6ba51168b27f" providerId="ADAL" clId="{59AB3154-4AC1-458B-BF11-77E5F38A2736}" dt="2026-10-20T15:27:58.848" v="25281" actId="20577"/>
        <pc:sldMkLst>
          <pc:docMk/>
          <pc:sldMk cId="657014500" sldId="269"/>
        </pc:sldMkLst>
        <pc:spChg chg="mod">
          <ac:chgData name="Matthew Rencher" userId="7509b670-7006-40a1-8250-6ba51168b27f" providerId="ADAL" clId="{59AB3154-4AC1-458B-BF11-77E5F38A2736}" dt="2026-10-20T14:01:41.482" v="23428" actId="20577"/>
          <ac:spMkLst>
            <pc:docMk/>
            <pc:sldMk cId="657014500" sldId="269"/>
            <ac:spMk id="2" creationId="{341E0D1F-B3EA-481A-A8EB-0AFBE8216461}"/>
          </ac:spMkLst>
        </pc:spChg>
        <pc:spChg chg="mod">
          <ac:chgData name="Matthew Rencher" userId="7509b670-7006-40a1-8250-6ba51168b27f" providerId="ADAL" clId="{59AB3154-4AC1-458B-BF11-77E5F38A2736}" dt="2026-10-15T18:52:22.847" v="8109" actId="6549"/>
          <ac:spMkLst>
            <pc:docMk/>
            <pc:sldMk cId="657014500" sldId="269"/>
            <ac:spMk id="3" creationId="{E6504B6C-C177-47B7-AA5C-BCA762DB3ECC}"/>
          </ac:spMkLst>
        </pc:spChg>
        <pc:picChg chg="add mod">
          <ac:chgData name="Matthew Rencher" userId="7509b670-7006-40a1-8250-6ba51168b27f" providerId="ADAL" clId="{59AB3154-4AC1-458B-BF11-77E5F38A2736}" dt="2026-10-19T15:48:33.251" v="17354" actId="1076"/>
          <ac:picMkLst>
            <pc:docMk/>
            <pc:sldMk cId="657014500" sldId="269"/>
            <ac:picMk id="4" creationId="{74EB8B83-5B4B-4105-8004-B47FA07A00DD}"/>
          </ac:picMkLst>
        </pc:picChg>
      </pc:sldChg>
      <pc:sldChg chg="addSp delSp modSp new mod modAnim modNotesTx">
        <pc:chgData name="Matthew Rencher" userId="7509b670-7006-40a1-8250-6ba51168b27f" providerId="ADAL" clId="{59AB3154-4AC1-458B-BF11-77E5F38A2736}" dt="2026-10-20T16:33:14.055" v="27704" actId="1076"/>
        <pc:sldMkLst>
          <pc:docMk/>
          <pc:sldMk cId="3291280692" sldId="270"/>
        </pc:sldMkLst>
        <pc:spChg chg="mod">
          <ac:chgData name="Matthew Rencher" userId="7509b670-7006-40a1-8250-6ba51168b27f" providerId="ADAL" clId="{59AB3154-4AC1-458B-BF11-77E5F38A2736}" dt="2026-10-01T20:32:11.342" v="4256" actId="20577"/>
          <ac:spMkLst>
            <pc:docMk/>
            <pc:sldMk cId="3291280692" sldId="270"/>
            <ac:spMk id="2" creationId="{4F5570FD-BBCB-4781-AA9F-4D7EE715513F}"/>
          </ac:spMkLst>
        </pc:spChg>
        <pc:spChg chg="mod">
          <ac:chgData name="Matthew Rencher" userId="7509b670-7006-40a1-8250-6ba51168b27f" providerId="ADAL" clId="{59AB3154-4AC1-458B-BF11-77E5F38A2736}" dt="2026-10-20T15:33:27.078" v="25484" actId="14100"/>
          <ac:spMkLst>
            <pc:docMk/>
            <pc:sldMk cId="3291280692" sldId="270"/>
            <ac:spMk id="3" creationId="{517BE9C6-988D-4970-B45A-6FB639FEB337}"/>
          </ac:spMkLst>
        </pc:spChg>
        <pc:spChg chg="add del">
          <ac:chgData name="Matthew Rencher" userId="7509b670-7006-40a1-8250-6ba51168b27f" providerId="ADAL" clId="{59AB3154-4AC1-458B-BF11-77E5F38A2736}" dt="2026-10-20T15:32:51.090" v="25475" actId="22"/>
          <ac:spMkLst>
            <pc:docMk/>
            <pc:sldMk cId="3291280692" sldId="270"/>
            <ac:spMk id="5" creationId="{CED0DE73-9175-4DEA-83B6-D3D01FE2818B}"/>
          </ac:spMkLst>
        </pc:spChg>
        <pc:picChg chg="add mod">
          <ac:chgData name="Matthew Rencher" userId="7509b670-7006-40a1-8250-6ba51168b27f" providerId="ADAL" clId="{59AB3154-4AC1-458B-BF11-77E5F38A2736}" dt="2026-10-20T16:33:14.055" v="27704" actId="1076"/>
          <ac:picMkLst>
            <pc:docMk/>
            <pc:sldMk cId="3291280692" sldId="270"/>
            <ac:picMk id="9" creationId="{2CDF80AE-D37A-4E7C-B87F-A2AACCA2E3B9}"/>
          </ac:picMkLst>
        </pc:picChg>
        <pc:picChg chg="add mod">
          <ac:chgData name="Matthew Rencher" userId="7509b670-7006-40a1-8250-6ba51168b27f" providerId="ADAL" clId="{59AB3154-4AC1-458B-BF11-77E5F38A2736}" dt="2026-10-20T15:33:31.286" v="25485" actId="1076"/>
          <ac:picMkLst>
            <pc:docMk/>
            <pc:sldMk cId="3291280692" sldId="270"/>
            <ac:picMk id="1026" creationId="{F3DE2F09-AA9E-4A44-8600-B44688F26C81}"/>
          </ac:picMkLst>
        </pc:picChg>
        <pc:picChg chg="add del mod">
          <ac:chgData name="Matthew Rencher" userId="7509b670-7006-40a1-8250-6ba51168b27f" providerId="ADAL" clId="{59AB3154-4AC1-458B-BF11-77E5F38A2736}" dt="2026-10-20T16:06:51.120" v="26853" actId="478"/>
          <ac:picMkLst>
            <pc:docMk/>
            <pc:sldMk cId="3291280692" sldId="270"/>
            <ac:picMk id="1028" creationId="{8E1A8B4F-C7F6-45BC-86EE-F196A9BB7A72}"/>
          </ac:picMkLst>
        </pc:picChg>
        <pc:picChg chg="add del mod">
          <ac:chgData name="Matthew Rencher" userId="7509b670-7006-40a1-8250-6ba51168b27f" providerId="ADAL" clId="{59AB3154-4AC1-458B-BF11-77E5F38A2736}" dt="2026-10-20T16:11:12.052" v="26982" actId="21"/>
          <ac:picMkLst>
            <pc:docMk/>
            <pc:sldMk cId="3291280692" sldId="270"/>
            <ac:picMk id="1030" creationId="{9C7D86FC-987E-404F-8AC9-5A1E74F7CB2B}"/>
          </ac:picMkLst>
        </pc:picChg>
      </pc:sldChg>
      <pc:sldChg chg="addSp delSp modSp new mod modAnim modNotesTx">
        <pc:chgData name="Matthew Rencher" userId="7509b670-7006-40a1-8250-6ba51168b27f" providerId="ADAL" clId="{59AB3154-4AC1-458B-BF11-77E5F38A2736}" dt="2026-10-20T16:26:05.256" v="27702"/>
        <pc:sldMkLst>
          <pc:docMk/>
          <pc:sldMk cId="485937161" sldId="271"/>
        </pc:sldMkLst>
        <pc:spChg chg="mod">
          <ac:chgData name="Matthew Rencher" userId="7509b670-7006-40a1-8250-6ba51168b27f" providerId="ADAL" clId="{59AB3154-4AC1-458B-BF11-77E5F38A2736}" dt="2026-10-15T19:29:01.891" v="10208" actId="20577"/>
          <ac:spMkLst>
            <pc:docMk/>
            <pc:sldMk cId="485937161" sldId="271"/>
            <ac:spMk id="2" creationId="{C8734B39-848C-4167-88E4-2F13198FAF0E}"/>
          </ac:spMkLst>
        </pc:spChg>
        <pc:spChg chg="mod">
          <ac:chgData name="Matthew Rencher" userId="7509b670-7006-40a1-8250-6ba51168b27f" providerId="ADAL" clId="{59AB3154-4AC1-458B-BF11-77E5F38A2736}" dt="2026-10-20T16:25:45.281" v="27701" actId="20577"/>
          <ac:spMkLst>
            <pc:docMk/>
            <pc:sldMk cId="485937161" sldId="271"/>
            <ac:spMk id="3" creationId="{EB7C2125-2133-42C4-9893-9E1A8BC4B161}"/>
          </ac:spMkLst>
        </pc:spChg>
        <pc:picChg chg="add mod ord modCrop">
          <ac:chgData name="Matthew Rencher" userId="7509b670-7006-40a1-8250-6ba51168b27f" providerId="ADAL" clId="{59AB3154-4AC1-458B-BF11-77E5F38A2736}" dt="2026-10-15T19:34:57.528" v="10326" actId="18131"/>
          <ac:picMkLst>
            <pc:docMk/>
            <pc:sldMk cId="485937161" sldId="271"/>
            <ac:picMk id="5" creationId="{E7F419CE-1614-4A3B-8263-947BDD9B5998}"/>
          </ac:picMkLst>
        </pc:picChg>
        <pc:picChg chg="add del mod">
          <ac:chgData name="Matthew Rencher" userId="7509b670-7006-40a1-8250-6ba51168b27f" providerId="ADAL" clId="{59AB3154-4AC1-458B-BF11-77E5F38A2736}" dt="2026-10-15T19:25:39.499" v="10143" actId="478"/>
          <ac:picMkLst>
            <pc:docMk/>
            <pc:sldMk cId="485937161" sldId="271"/>
            <ac:picMk id="7" creationId="{8152A558-FBD4-4740-A076-8E303864EAD1}"/>
          </ac:picMkLst>
        </pc:picChg>
        <pc:picChg chg="add mod">
          <ac:chgData name="Matthew Rencher" userId="7509b670-7006-40a1-8250-6ba51168b27f" providerId="ADAL" clId="{59AB3154-4AC1-458B-BF11-77E5F38A2736}" dt="2026-10-15T19:35:12.055" v="10327" actId="1076"/>
          <ac:picMkLst>
            <pc:docMk/>
            <pc:sldMk cId="485937161" sldId="271"/>
            <ac:picMk id="9" creationId="{E2BE24FA-BA54-494D-8D7C-39BAC6E03F39}"/>
          </ac:picMkLst>
        </pc:picChg>
        <pc:picChg chg="add mod ord modCrop">
          <ac:chgData name="Matthew Rencher" userId="7509b670-7006-40a1-8250-6ba51168b27f" providerId="ADAL" clId="{59AB3154-4AC1-458B-BF11-77E5F38A2736}" dt="2026-10-15T19:34:49.071" v="10324" actId="1076"/>
          <ac:picMkLst>
            <pc:docMk/>
            <pc:sldMk cId="485937161" sldId="271"/>
            <ac:picMk id="11" creationId="{FC48874D-02C6-4AC6-A796-7B3E181AA0AC}"/>
          </ac:picMkLst>
        </pc:picChg>
      </pc:sldChg>
      <pc:sldChg chg="new del">
        <pc:chgData name="Matthew Rencher" userId="7509b670-7006-40a1-8250-6ba51168b27f" providerId="ADAL" clId="{59AB3154-4AC1-458B-BF11-77E5F38A2736}" dt="2026-10-02T18:22:31.446" v="4543" actId="2696"/>
        <pc:sldMkLst>
          <pc:docMk/>
          <pc:sldMk cId="1346666993" sldId="271"/>
        </pc:sldMkLst>
      </pc:sldChg>
      <pc:sldChg chg="add del">
        <pc:chgData name="Matthew Rencher" userId="7509b670-7006-40a1-8250-6ba51168b27f" providerId="ADAL" clId="{59AB3154-4AC1-458B-BF11-77E5F38A2736}" dt="2026-10-13T15:52:05.713" v="4549" actId="2696"/>
        <pc:sldMkLst>
          <pc:docMk/>
          <pc:sldMk cId="1907749205" sldId="272"/>
        </pc:sldMkLst>
      </pc:sldChg>
      <pc:sldChg chg="addSp modSp new mod modAnim modNotesTx">
        <pc:chgData name="Matthew Rencher" userId="7509b670-7006-40a1-8250-6ba51168b27f" providerId="ADAL" clId="{59AB3154-4AC1-458B-BF11-77E5F38A2736}" dt="2026-10-20T16:20:13.342" v="27608" actId="20577"/>
        <pc:sldMkLst>
          <pc:docMk/>
          <pc:sldMk cId="3065638029" sldId="272"/>
        </pc:sldMkLst>
        <pc:spChg chg="mod">
          <ac:chgData name="Matthew Rencher" userId="7509b670-7006-40a1-8250-6ba51168b27f" providerId="ADAL" clId="{59AB3154-4AC1-458B-BF11-77E5F38A2736}" dt="2026-10-19T14:55:44.932" v="13442" actId="20577"/>
          <ac:spMkLst>
            <pc:docMk/>
            <pc:sldMk cId="3065638029" sldId="272"/>
            <ac:spMk id="2" creationId="{3A2582FB-5242-4911-91E8-FFDA752C1977}"/>
          </ac:spMkLst>
        </pc:spChg>
        <pc:spChg chg="mod">
          <ac:chgData name="Matthew Rencher" userId="7509b670-7006-40a1-8250-6ba51168b27f" providerId="ADAL" clId="{59AB3154-4AC1-458B-BF11-77E5F38A2736}" dt="2026-10-20T16:15:14.151" v="27424" actId="404"/>
          <ac:spMkLst>
            <pc:docMk/>
            <pc:sldMk cId="3065638029" sldId="272"/>
            <ac:spMk id="3" creationId="{2C0DE1B7-D3D3-4FEB-A0E1-77499B46082B}"/>
          </ac:spMkLst>
        </pc:spChg>
        <pc:picChg chg="add mod">
          <ac:chgData name="Matthew Rencher" userId="7509b670-7006-40a1-8250-6ba51168b27f" providerId="ADAL" clId="{59AB3154-4AC1-458B-BF11-77E5F38A2736}" dt="2026-10-20T16:14:49.177" v="27419" actId="1076"/>
          <ac:picMkLst>
            <pc:docMk/>
            <pc:sldMk cId="3065638029" sldId="272"/>
            <ac:picMk id="5" creationId="{4C11A81A-692D-47CF-AAB0-71E0C2826DFD}"/>
          </ac:picMkLst>
        </pc:picChg>
      </pc:sldChg>
      <pc:sldChg chg="addSp delSp modSp new mod modAnim modNotesTx">
        <pc:chgData name="Matthew Rencher" userId="7509b670-7006-40a1-8250-6ba51168b27f" providerId="ADAL" clId="{59AB3154-4AC1-458B-BF11-77E5F38A2736}" dt="2026-10-20T16:19:21.857" v="27537"/>
        <pc:sldMkLst>
          <pc:docMk/>
          <pc:sldMk cId="475108413" sldId="273"/>
        </pc:sldMkLst>
        <pc:spChg chg="mod">
          <ac:chgData name="Matthew Rencher" userId="7509b670-7006-40a1-8250-6ba51168b27f" providerId="ADAL" clId="{59AB3154-4AC1-458B-BF11-77E5F38A2736}" dt="2026-10-19T15:58:59.047" v="18265" actId="20577"/>
          <ac:spMkLst>
            <pc:docMk/>
            <pc:sldMk cId="475108413" sldId="273"/>
            <ac:spMk id="2" creationId="{3E227902-68F2-415F-9C91-4E05D3A270BC}"/>
          </ac:spMkLst>
        </pc:spChg>
        <pc:spChg chg="add del mod">
          <ac:chgData name="Matthew Rencher" userId="7509b670-7006-40a1-8250-6ba51168b27f" providerId="ADAL" clId="{59AB3154-4AC1-458B-BF11-77E5F38A2736}" dt="2026-10-20T16:16:22.452" v="27428" actId="20577"/>
          <ac:spMkLst>
            <pc:docMk/>
            <pc:sldMk cId="475108413" sldId="273"/>
            <ac:spMk id="3" creationId="{73048058-000B-4859-8007-F168DEBF50A4}"/>
          </ac:spMkLst>
        </pc:spChg>
        <pc:spChg chg="add del mod">
          <ac:chgData name="Matthew Rencher" userId="7509b670-7006-40a1-8250-6ba51168b27f" providerId="ADAL" clId="{59AB3154-4AC1-458B-BF11-77E5F38A2736}" dt="2026-10-19T15:58:51.678" v="18238" actId="767"/>
          <ac:spMkLst>
            <pc:docMk/>
            <pc:sldMk cId="475108413" sldId="273"/>
            <ac:spMk id="5" creationId="{2226F85D-BCF5-430D-A4C9-A77210CDEBF8}"/>
          </ac:spMkLst>
        </pc:spChg>
        <pc:spChg chg="add mod">
          <ac:chgData name="Matthew Rencher" userId="7509b670-7006-40a1-8250-6ba51168b27f" providerId="ADAL" clId="{59AB3154-4AC1-458B-BF11-77E5F38A2736}" dt="2026-10-20T15:36:32.381" v="25790" actId="113"/>
          <ac:spMkLst>
            <pc:docMk/>
            <pc:sldMk cId="475108413" sldId="273"/>
            <ac:spMk id="6" creationId="{381506FA-D432-45C8-9262-B228C6461FD7}"/>
          </ac:spMkLst>
        </pc:spChg>
        <pc:graphicFrameChg chg="add del mod">
          <ac:chgData name="Matthew Rencher" userId="7509b670-7006-40a1-8250-6ba51168b27f" providerId="ADAL" clId="{59AB3154-4AC1-458B-BF11-77E5F38A2736}" dt="2026-10-19T15:58:52.887" v="18241" actId="3680"/>
          <ac:graphicFrameMkLst>
            <pc:docMk/>
            <pc:sldMk cId="475108413" sldId="273"/>
            <ac:graphicFrameMk id="4" creationId="{A95D6398-2C95-4997-B8E0-083B623D929D}"/>
          </ac:graphicFrameMkLst>
        </pc:graphicFrameChg>
        <pc:picChg chg="add mod">
          <ac:chgData name="Matthew Rencher" userId="7509b670-7006-40a1-8250-6ba51168b27f" providerId="ADAL" clId="{59AB3154-4AC1-458B-BF11-77E5F38A2736}" dt="2026-10-20T16:17:05.922" v="27434" actId="1076"/>
          <ac:picMkLst>
            <pc:docMk/>
            <pc:sldMk cId="475108413" sldId="273"/>
            <ac:picMk id="3074" creationId="{5323C75B-71AB-4760-87A6-A66A39A124F4}"/>
          </ac:picMkLst>
        </pc:picChg>
      </pc:sldChg>
      <pc:sldChg chg="addSp delSp modSp new del mod chgLayout">
        <pc:chgData name="Matthew Rencher" userId="7509b670-7006-40a1-8250-6ba51168b27f" providerId="ADAL" clId="{59AB3154-4AC1-458B-BF11-77E5F38A2736}" dt="2026-10-13T15:52:00.723" v="4548" actId="2696"/>
        <pc:sldMkLst>
          <pc:docMk/>
          <pc:sldMk cId="2080875638" sldId="273"/>
        </pc:sldMkLst>
        <pc:spChg chg="del">
          <ac:chgData name="Matthew Rencher" userId="7509b670-7006-40a1-8250-6ba51168b27f" providerId="ADAL" clId="{59AB3154-4AC1-458B-BF11-77E5F38A2736}" dt="2026-10-06T13:14:54.363" v="4545" actId="700"/>
          <ac:spMkLst>
            <pc:docMk/>
            <pc:sldMk cId="2080875638" sldId="273"/>
            <ac:spMk id="2" creationId="{C11748DC-1181-43B7-BD78-840374B61B4C}"/>
          </ac:spMkLst>
        </pc:spChg>
        <pc:spChg chg="del">
          <ac:chgData name="Matthew Rencher" userId="7509b670-7006-40a1-8250-6ba51168b27f" providerId="ADAL" clId="{59AB3154-4AC1-458B-BF11-77E5F38A2736}" dt="2026-10-06T13:14:54.363" v="4545" actId="700"/>
          <ac:spMkLst>
            <pc:docMk/>
            <pc:sldMk cId="2080875638" sldId="273"/>
            <ac:spMk id="3" creationId="{15D5E799-67CB-4CF5-9FC3-3A61B5EE6478}"/>
          </ac:spMkLst>
        </pc:spChg>
        <pc:spChg chg="add mod ord">
          <ac:chgData name="Matthew Rencher" userId="7509b670-7006-40a1-8250-6ba51168b27f" providerId="ADAL" clId="{59AB3154-4AC1-458B-BF11-77E5F38A2736}" dt="2026-10-06T13:14:54.363" v="4545" actId="700"/>
          <ac:spMkLst>
            <pc:docMk/>
            <pc:sldMk cId="2080875638" sldId="273"/>
            <ac:spMk id="4" creationId="{B0E5FEBE-4304-4EF1-A50D-6FD42581E12D}"/>
          </ac:spMkLst>
        </pc:spChg>
        <pc:spChg chg="add mod ord">
          <ac:chgData name="Matthew Rencher" userId="7509b670-7006-40a1-8250-6ba51168b27f" providerId="ADAL" clId="{59AB3154-4AC1-458B-BF11-77E5F38A2736}" dt="2026-10-06T13:14:54.363" v="4545" actId="700"/>
          <ac:spMkLst>
            <pc:docMk/>
            <pc:sldMk cId="2080875638" sldId="273"/>
            <ac:spMk id="5" creationId="{9FEE8396-B34A-4F94-89BB-8144C5E19C89}"/>
          </ac:spMkLst>
        </pc:spChg>
      </pc:sldChg>
      <pc:sldChg chg="addSp delSp modSp new mod modNotesTx">
        <pc:chgData name="Matthew Rencher" userId="7509b670-7006-40a1-8250-6ba51168b27f" providerId="ADAL" clId="{59AB3154-4AC1-458B-BF11-77E5F38A2736}" dt="2026-10-20T15:54:55.722" v="26817" actId="20577"/>
        <pc:sldMkLst>
          <pc:docMk/>
          <pc:sldMk cId="3574902088" sldId="274"/>
        </pc:sldMkLst>
        <pc:spChg chg="mod">
          <ac:chgData name="Matthew Rencher" userId="7509b670-7006-40a1-8250-6ba51168b27f" providerId="ADAL" clId="{59AB3154-4AC1-458B-BF11-77E5F38A2736}" dt="2026-10-20T13:43:42.327" v="23035" actId="20577"/>
          <ac:spMkLst>
            <pc:docMk/>
            <pc:sldMk cId="3574902088" sldId="274"/>
            <ac:spMk id="2" creationId="{EE217910-83DC-426B-ABC3-E918E0ABC979}"/>
          </ac:spMkLst>
        </pc:spChg>
        <pc:spChg chg="mod">
          <ac:chgData name="Matthew Rencher" userId="7509b670-7006-40a1-8250-6ba51168b27f" providerId="ADAL" clId="{59AB3154-4AC1-458B-BF11-77E5F38A2736}" dt="2026-10-20T15:54:19.829" v="26795" actId="20577"/>
          <ac:spMkLst>
            <pc:docMk/>
            <pc:sldMk cId="3574902088" sldId="274"/>
            <ac:spMk id="3" creationId="{BE077FFA-DE9D-4042-A475-96EF4F1035BD}"/>
          </ac:spMkLst>
        </pc:spChg>
        <pc:spChg chg="add mod">
          <ac:chgData name="Matthew Rencher" userId="7509b670-7006-40a1-8250-6ba51168b27f" providerId="ADAL" clId="{59AB3154-4AC1-458B-BF11-77E5F38A2736}" dt="2026-10-20T15:54:53.077" v="26815" actId="20577"/>
          <ac:spMkLst>
            <pc:docMk/>
            <pc:sldMk cId="3574902088" sldId="274"/>
            <ac:spMk id="4" creationId="{C18BE3B5-D099-4F9A-9A15-1579528DD238}"/>
          </ac:spMkLst>
        </pc:spChg>
        <pc:cxnChg chg="add del">
          <ac:chgData name="Matthew Rencher" userId="7509b670-7006-40a1-8250-6ba51168b27f" providerId="ADAL" clId="{59AB3154-4AC1-458B-BF11-77E5F38A2736}" dt="2026-10-20T15:41:20.201" v="26232" actId="478"/>
          <ac:cxnSpMkLst>
            <pc:docMk/>
            <pc:sldMk cId="3574902088" sldId="274"/>
            <ac:cxnSpMk id="6" creationId="{826EAED6-FEB1-4B47-8344-35B590A11053}"/>
          </ac:cxnSpMkLst>
        </pc:cxnChg>
        <pc:cxnChg chg="add del">
          <ac:chgData name="Matthew Rencher" userId="7509b670-7006-40a1-8250-6ba51168b27f" providerId="ADAL" clId="{59AB3154-4AC1-458B-BF11-77E5F38A2736}" dt="2026-10-20T15:41:19.367" v="26231" actId="478"/>
          <ac:cxnSpMkLst>
            <pc:docMk/>
            <pc:sldMk cId="3574902088" sldId="274"/>
            <ac:cxnSpMk id="8" creationId="{BC7158A4-AC9C-43BB-8251-B6E226816A99}"/>
          </ac:cxnSpMkLst>
        </pc:cxnChg>
      </pc:sldChg>
      <pc:sldChg chg="addSp delSp modSp new mod modNotesTx">
        <pc:chgData name="Matthew Rencher" userId="7509b670-7006-40a1-8250-6ba51168b27f" providerId="ADAL" clId="{59AB3154-4AC1-458B-BF11-77E5F38A2736}" dt="2026-10-20T13:43:49.706" v="23041" actId="20577"/>
        <pc:sldMkLst>
          <pc:docMk/>
          <pc:sldMk cId="106416702" sldId="275"/>
        </pc:sldMkLst>
        <pc:spChg chg="mod">
          <ac:chgData name="Matthew Rencher" userId="7509b670-7006-40a1-8250-6ba51168b27f" providerId="ADAL" clId="{59AB3154-4AC1-458B-BF11-77E5F38A2736}" dt="2026-10-20T13:43:49.706" v="23041" actId="20577"/>
          <ac:spMkLst>
            <pc:docMk/>
            <pc:sldMk cId="106416702" sldId="275"/>
            <ac:spMk id="2" creationId="{E9695F26-0F1A-4318-A95F-C336C4919EBD}"/>
          </ac:spMkLst>
        </pc:spChg>
        <pc:spChg chg="mod">
          <ac:chgData name="Matthew Rencher" userId="7509b670-7006-40a1-8250-6ba51168b27f" providerId="ADAL" clId="{59AB3154-4AC1-458B-BF11-77E5F38A2736}" dt="2026-10-19T16:14:11.021" v="19567" actId="20577"/>
          <ac:spMkLst>
            <pc:docMk/>
            <pc:sldMk cId="106416702" sldId="275"/>
            <ac:spMk id="3" creationId="{6599A82E-2D7A-4B83-9B01-CC05FC483A8A}"/>
          </ac:spMkLst>
        </pc:spChg>
        <pc:spChg chg="add mod">
          <ac:chgData name="Matthew Rencher" userId="7509b670-7006-40a1-8250-6ba51168b27f" providerId="ADAL" clId="{59AB3154-4AC1-458B-BF11-77E5F38A2736}" dt="2026-10-19T16:20:58.033" v="19842" actId="1076"/>
          <ac:spMkLst>
            <pc:docMk/>
            <pc:sldMk cId="106416702" sldId="275"/>
            <ac:spMk id="4" creationId="{33F4D075-B110-45F9-9E77-BEAE43FA5329}"/>
          </ac:spMkLst>
        </pc:spChg>
        <pc:spChg chg="add del mod">
          <ac:chgData name="Matthew Rencher" userId="7509b670-7006-40a1-8250-6ba51168b27f" providerId="ADAL" clId="{59AB3154-4AC1-458B-BF11-77E5F38A2736}" dt="2026-10-19T16:20:29.792" v="19839" actId="478"/>
          <ac:spMkLst>
            <pc:docMk/>
            <pc:sldMk cId="106416702" sldId="275"/>
            <ac:spMk id="5" creationId="{386FD006-B814-49B8-A320-86E3EF06DBE3}"/>
          </ac:spMkLst>
        </pc:spChg>
        <pc:spChg chg="add del">
          <ac:chgData name="Matthew Rencher" userId="7509b670-7006-40a1-8250-6ba51168b27f" providerId="ADAL" clId="{59AB3154-4AC1-458B-BF11-77E5F38A2736}" dt="2026-10-19T16:20:16.475" v="19832"/>
          <ac:spMkLst>
            <pc:docMk/>
            <pc:sldMk cId="106416702" sldId="275"/>
            <ac:spMk id="6" creationId="{55677161-C707-4F5A-B4F8-9B0E015B9723}"/>
          </ac:spMkLst>
        </pc:spChg>
        <pc:picChg chg="add mod">
          <ac:chgData name="Matthew Rencher" userId="7509b670-7006-40a1-8250-6ba51168b27f" providerId="ADAL" clId="{59AB3154-4AC1-458B-BF11-77E5F38A2736}" dt="2026-10-19T16:21:04.456" v="19844" actId="1076"/>
          <ac:picMkLst>
            <pc:docMk/>
            <pc:sldMk cId="106416702" sldId="275"/>
            <ac:picMk id="8" creationId="{94E93382-5D19-4A5E-9B40-1E2EEE86DC10}"/>
          </ac:picMkLst>
        </pc:picChg>
      </pc:sldChg>
      <pc:sldChg chg="addSp delSp modSp new mod ord modClrScheme chgLayout modNotesTx">
        <pc:chgData name="Matthew Rencher" userId="7509b670-7006-40a1-8250-6ba51168b27f" providerId="ADAL" clId="{59AB3154-4AC1-458B-BF11-77E5F38A2736}" dt="2026-10-20T15:56:06.207" v="26846" actId="20577"/>
        <pc:sldMkLst>
          <pc:docMk/>
          <pc:sldMk cId="2465118831" sldId="276"/>
        </pc:sldMkLst>
        <pc:spChg chg="del">
          <ac:chgData name="Matthew Rencher" userId="7509b670-7006-40a1-8250-6ba51168b27f" providerId="ADAL" clId="{59AB3154-4AC1-458B-BF11-77E5F38A2736}" dt="2026-10-19T16:15:04.566" v="19722" actId="700"/>
          <ac:spMkLst>
            <pc:docMk/>
            <pc:sldMk cId="2465118831" sldId="276"/>
            <ac:spMk id="2" creationId="{3F535847-6DC8-4DCD-BF43-A1F40D18A21B}"/>
          </ac:spMkLst>
        </pc:spChg>
        <pc:spChg chg="del">
          <ac:chgData name="Matthew Rencher" userId="7509b670-7006-40a1-8250-6ba51168b27f" providerId="ADAL" clId="{59AB3154-4AC1-458B-BF11-77E5F38A2736}" dt="2026-10-19T16:15:04.566" v="19722" actId="700"/>
          <ac:spMkLst>
            <pc:docMk/>
            <pc:sldMk cId="2465118831" sldId="276"/>
            <ac:spMk id="3" creationId="{481921DB-9D92-4724-B9BA-2ED893888F61}"/>
          </ac:spMkLst>
        </pc:spChg>
        <pc:spChg chg="add mod">
          <ac:chgData name="Matthew Rencher" userId="7509b670-7006-40a1-8250-6ba51168b27f" providerId="ADAL" clId="{59AB3154-4AC1-458B-BF11-77E5F38A2736}" dt="2026-10-19T16:24:15.976" v="19956" actId="6549"/>
          <ac:spMkLst>
            <pc:docMk/>
            <pc:sldMk cId="2465118831" sldId="276"/>
            <ac:spMk id="4" creationId="{A0A0DF2D-1BDC-4A23-B976-8F2A79796F4F}"/>
          </ac:spMkLst>
        </pc:spChg>
        <pc:spChg chg="add mod">
          <ac:chgData name="Matthew Rencher" userId="7509b670-7006-40a1-8250-6ba51168b27f" providerId="ADAL" clId="{59AB3154-4AC1-458B-BF11-77E5F38A2736}" dt="2026-10-19T16:18:57.782" v="19806" actId="20577"/>
          <ac:spMkLst>
            <pc:docMk/>
            <pc:sldMk cId="2465118831" sldId="276"/>
            <ac:spMk id="5" creationId="{0465BF1A-1EAA-4489-9585-5148C2343CF2}"/>
          </ac:spMkLst>
        </pc:spChg>
        <pc:spChg chg="add mod">
          <ac:chgData name="Matthew Rencher" userId="7509b670-7006-40a1-8250-6ba51168b27f" providerId="ADAL" clId="{59AB3154-4AC1-458B-BF11-77E5F38A2736}" dt="2026-10-19T16:18:06.065" v="19786" actId="1076"/>
          <ac:spMkLst>
            <pc:docMk/>
            <pc:sldMk cId="2465118831" sldId="276"/>
            <ac:spMk id="6" creationId="{3FD34C3E-2013-4941-BE8E-9B4B12B68788}"/>
          </ac:spMkLst>
        </pc:spChg>
        <pc:spChg chg="add del">
          <ac:chgData name="Matthew Rencher" userId="7509b670-7006-40a1-8250-6ba51168b27f" providerId="ADAL" clId="{59AB3154-4AC1-458B-BF11-77E5F38A2736}" dt="2026-10-19T16:17:14.919" v="19774"/>
          <ac:spMkLst>
            <pc:docMk/>
            <pc:sldMk cId="2465118831" sldId="276"/>
            <ac:spMk id="7" creationId="{80F19A64-7149-4269-9022-6C1D19F03B2D}"/>
          </ac:spMkLst>
        </pc:spChg>
        <pc:spChg chg="add del">
          <ac:chgData name="Matthew Rencher" userId="7509b670-7006-40a1-8250-6ba51168b27f" providerId="ADAL" clId="{59AB3154-4AC1-458B-BF11-77E5F38A2736}" dt="2026-10-19T16:17:16.526" v="19776"/>
          <ac:spMkLst>
            <pc:docMk/>
            <pc:sldMk cId="2465118831" sldId="276"/>
            <ac:spMk id="8" creationId="{46B947B2-030A-465E-9354-3D75CA1DF91A}"/>
          </ac:spMkLst>
        </pc:spChg>
        <pc:picChg chg="add del mod">
          <ac:chgData name="Matthew Rencher" userId="7509b670-7006-40a1-8250-6ba51168b27f" providerId="ADAL" clId="{59AB3154-4AC1-458B-BF11-77E5F38A2736}" dt="2026-10-19T16:24:40.341" v="19963" actId="478"/>
          <ac:picMkLst>
            <pc:docMk/>
            <pc:sldMk cId="2465118831" sldId="276"/>
            <ac:picMk id="10" creationId="{BB3DC740-E643-44F8-978D-7C29F93E6E8B}"/>
          </ac:picMkLst>
        </pc:picChg>
      </pc:sldChg>
      <pc:sldChg chg="addSp delSp modSp new mod modClrScheme chgLayout modNotesTx">
        <pc:chgData name="Matthew Rencher" userId="7509b670-7006-40a1-8250-6ba51168b27f" providerId="ADAL" clId="{59AB3154-4AC1-458B-BF11-77E5F38A2736}" dt="2026-10-20T14:00:58.202" v="23422" actId="20577"/>
        <pc:sldMkLst>
          <pc:docMk/>
          <pc:sldMk cId="649163849" sldId="277"/>
        </pc:sldMkLst>
        <pc:spChg chg="del mod ord">
          <ac:chgData name="Matthew Rencher" userId="7509b670-7006-40a1-8250-6ba51168b27f" providerId="ADAL" clId="{59AB3154-4AC1-458B-BF11-77E5F38A2736}" dt="2026-10-19T16:27:50.823" v="20155" actId="700"/>
          <ac:spMkLst>
            <pc:docMk/>
            <pc:sldMk cId="649163849" sldId="277"/>
            <ac:spMk id="2" creationId="{313D7CCC-644C-4882-A31D-9FAD742C51D7}"/>
          </ac:spMkLst>
        </pc:spChg>
        <pc:spChg chg="del mod ord">
          <ac:chgData name="Matthew Rencher" userId="7509b670-7006-40a1-8250-6ba51168b27f" providerId="ADAL" clId="{59AB3154-4AC1-458B-BF11-77E5F38A2736}" dt="2026-10-19T16:27:50.823" v="20155" actId="700"/>
          <ac:spMkLst>
            <pc:docMk/>
            <pc:sldMk cId="649163849" sldId="277"/>
            <ac:spMk id="3" creationId="{293A4EDF-C563-4D0D-81D0-DBB1EBD9E1F5}"/>
          </ac:spMkLst>
        </pc:spChg>
        <pc:spChg chg="add mod ord">
          <ac:chgData name="Matthew Rencher" userId="7509b670-7006-40a1-8250-6ba51168b27f" providerId="ADAL" clId="{59AB3154-4AC1-458B-BF11-77E5F38A2736}" dt="2026-10-19T16:27:56.149" v="20177" actId="20577"/>
          <ac:spMkLst>
            <pc:docMk/>
            <pc:sldMk cId="649163849" sldId="277"/>
            <ac:spMk id="4" creationId="{7A9A234F-7878-4D53-B627-023ED3FD64AD}"/>
          </ac:spMkLst>
        </pc:spChg>
        <pc:spChg chg="add mod ord">
          <ac:chgData name="Matthew Rencher" userId="7509b670-7006-40a1-8250-6ba51168b27f" providerId="ADAL" clId="{59AB3154-4AC1-458B-BF11-77E5F38A2736}" dt="2026-10-19T16:27:59.971" v="20185" actId="20577"/>
          <ac:spMkLst>
            <pc:docMk/>
            <pc:sldMk cId="649163849" sldId="277"/>
            <ac:spMk id="5" creationId="{880CFA82-3BD4-4EF1-932C-C87D50300A84}"/>
          </ac:spMkLst>
        </pc:spChg>
        <pc:spChg chg="add mod ord">
          <ac:chgData name="Matthew Rencher" userId="7509b670-7006-40a1-8250-6ba51168b27f" providerId="ADAL" clId="{59AB3154-4AC1-458B-BF11-77E5F38A2736}" dt="2026-10-19T16:28:12.984" v="20242" actId="20577"/>
          <ac:spMkLst>
            <pc:docMk/>
            <pc:sldMk cId="649163849" sldId="277"/>
            <ac:spMk id="6" creationId="{DABC7C5F-89FA-4E64-98EE-3FA1AC099E7F}"/>
          </ac:spMkLst>
        </pc:spChg>
        <pc:spChg chg="add mod ord">
          <ac:chgData name="Matthew Rencher" userId="7509b670-7006-40a1-8250-6ba51168b27f" providerId="ADAL" clId="{59AB3154-4AC1-458B-BF11-77E5F38A2736}" dt="2026-10-19T16:28:26.046" v="20312" actId="20577"/>
          <ac:spMkLst>
            <pc:docMk/>
            <pc:sldMk cId="649163849" sldId="277"/>
            <ac:spMk id="7" creationId="{4246D50A-8743-4BE8-9BFC-3A593DA49107}"/>
          </ac:spMkLst>
        </pc:spChg>
        <pc:spChg chg="add mod ord">
          <ac:chgData name="Matthew Rencher" userId="7509b670-7006-40a1-8250-6ba51168b27f" providerId="ADAL" clId="{59AB3154-4AC1-458B-BF11-77E5F38A2736}" dt="2026-10-19T16:28:07.708" v="20226" actId="20577"/>
          <ac:spMkLst>
            <pc:docMk/>
            <pc:sldMk cId="649163849" sldId="277"/>
            <ac:spMk id="8" creationId="{682513D3-B660-4C00-8D36-C5B1C4408282}"/>
          </ac:spMkLst>
        </pc:spChg>
        <pc:spChg chg="add mod ord">
          <ac:chgData name="Matthew Rencher" userId="7509b670-7006-40a1-8250-6ba51168b27f" providerId="ADAL" clId="{59AB3154-4AC1-458B-BF11-77E5F38A2736}" dt="2026-10-19T16:28:22.615" v="20302" actId="20577"/>
          <ac:spMkLst>
            <pc:docMk/>
            <pc:sldMk cId="649163849" sldId="277"/>
            <ac:spMk id="9" creationId="{4EB64F58-22D0-46B6-B3E5-2A637BB000F7}"/>
          </ac:spMkLst>
        </pc:spChg>
        <pc:spChg chg="add mod ord">
          <ac:chgData name="Matthew Rencher" userId="7509b670-7006-40a1-8250-6ba51168b27f" providerId="ADAL" clId="{59AB3154-4AC1-458B-BF11-77E5F38A2736}" dt="2026-10-19T16:28:39.116" v="20373" actId="20577"/>
          <ac:spMkLst>
            <pc:docMk/>
            <pc:sldMk cId="649163849" sldId="277"/>
            <ac:spMk id="10" creationId="{6D71C37E-3985-426B-9D03-02698727AF25}"/>
          </ac:spMkLst>
        </pc:spChg>
      </pc:sldChg>
      <pc:sldChg chg="addSp delSp modSp add mod modNotesTx">
        <pc:chgData name="Matthew Rencher" userId="7509b670-7006-40a1-8250-6ba51168b27f" providerId="ADAL" clId="{59AB3154-4AC1-458B-BF11-77E5F38A2736}" dt="2026-10-20T13:44:16.957" v="23102" actId="20577"/>
        <pc:sldMkLst>
          <pc:docMk/>
          <pc:sldMk cId="3416384184" sldId="278"/>
        </pc:sldMkLst>
        <pc:spChg chg="mod">
          <ac:chgData name="Matthew Rencher" userId="7509b670-7006-40a1-8250-6ba51168b27f" providerId="ADAL" clId="{59AB3154-4AC1-458B-BF11-77E5F38A2736}" dt="2026-10-20T13:44:16.957" v="23102" actId="20577"/>
          <ac:spMkLst>
            <pc:docMk/>
            <pc:sldMk cId="3416384184" sldId="278"/>
            <ac:spMk id="2" creationId="{E9695F26-0F1A-4318-A95F-C336C4919EBD}"/>
          </ac:spMkLst>
        </pc:spChg>
        <pc:spChg chg="mod">
          <ac:chgData name="Matthew Rencher" userId="7509b670-7006-40a1-8250-6ba51168b27f" providerId="ADAL" clId="{59AB3154-4AC1-458B-BF11-77E5F38A2736}" dt="2026-10-19T16:22:28.187" v="19927" actId="20577"/>
          <ac:spMkLst>
            <pc:docMk/>
            <pc:sldMk cId="3416384184" sldId="278"/>
            <ac:spMk id="3" creationId="{6599A82E-2D7A-4B83-9B01-CC05FC483A8A}"/>
          </ac:spMkLst>
        </pc:spChg>
        <pc:spChg chg="mod">
          <ac:chgData name="Matthew Rencher" userId="7509b670-7006-40a1-8250-6ba51168b27f" providerId="ADAL" clId="{59AB3154-4AC1-458B-BF11-77E5F38A2736}" dt="2026-10-19T16:26:19.386" v="19970" actId="1076"/>
          <ac:spMkLst>
            <pc:docMk/>
            <pc:sldMk cId="3416384184" sldId="278"/>
            <ac:spMk id="4" creationId="{33F4D075-B110-45F9-9E77-BEAE43FA5329}"/>
          </ac:spMkLst>
        </pc:spChg>
        <pc:picChg chg="add mod">
          <ac:chgData name="Matthew Rencher" userId="7509b670-7006-40a1-8250-6ba51168b27f" providerId="ADAL" clId="{59AB3154-4AC1-458B-BF11-77E5F38A2736}" dt="2026-10-19T16:26:10.034" v="19969" actId="1076"/>
          <ac:picMkLst>
            <pc:docMk/>
            <pc:sldMk cId="3416384184" sldId="278"/>
            <ac:picMk id="6" creationId="{2694E3E8-47FC-45FA-89F7-D7E32ADBEDE0}"/>
          </ac:picMkLst>
        </pc:picChg>
        <pc:picChg chg="del">
          <ac:chgData name="Matthew Rencher" userId="7509b670-7006-40a1-8250-6ba51168b27f" providerId="ADAL" clId="{59AB3154-4AC1-458B-BF11-77E5F38A2736}" dt="2026-10-19T16:21:59.378" v="19848" actId="478"/>
          <ac:picMkLst>
            <pc:docMk/>
            <pc:sldMk cId="3416384184" sldId="278"/>
            <ac:picMk id="8" creationId="{94E93382-5D19-4A5E-9B40-1E2EEE86DC10}"/>
          </ac:picMkLst>
        </pc:picChg>
      </pc:sldChg>
      <pc:sldChg chg="addSp delSp modSp new mod modClrScheme chgLayout modNotesTx">
        <pc:chgData name="Matthew Rencher" userId="7509b670-7006-40a1-8250-6ba51168b27f" providerId="ADAL" clId="{59AB3154-4AC1-458B-BF11-77E5F38A2736}" dt="2026-10-20T13:36:36.470" v="22520" actId="20577"/>
        <pc:sldMkLst>
          <pc:docMk/>
          <pc:sldMk cId="2153321523" sldId="279"/>
        </pc:sldMkLst>
        <pc:spChg chg="del mod ord">
          <ac:chgData name="Matthew Rencher" userId="7509b670-7006-40a1-8250-6ba51168b27f" providerId="ADAL" clId="{59AB3154-4AC1-458B-BF11-77E5F38A2736}" dt="2026-10-19T16:28:59.567" v="20375" actId="700"/>
          <ac:spMkLst>
            <pc:docMk/>
            <pc:sldMk cId="2153321523" sldId="279"/>
            <ac:spMk id="2" creationId="{86626BE8-0FB5-4A9B-9D10-5CC4892E05CC}"/>
          </ac:spMkLst>
        </pc:spChg>
        <pc:spChg chg="del mod ord">
          <ac:chgData name="Matthew Rencher" userId="7509b670-7006-40a1-8250-6ba51168b27f" providerId="ADAL" clId="{59AB3154-4AC1-458B-BF11-77E5F38A2736}" dt="2026-10-19T16:28:59.567" v="20375" actId="700"/>
          <ac:spMkLst>
            <pc:docMk/>
            <pc:sldMk cId="2153321523" sldId="279"/>
            <ac:spMk id="3" creationId="{17195BEC-0B15-43CE-AD72-342FACCB88C9}"/>
          </ac:spMkLst>
        </pc:spChg>
        <pc:spChg chg="del">
          <ac:chgData name="Matthew Rencher" userId="7509b670-7006-40a1-8250-6ba51168b27f" providerId="ADAL" clId="{59AB3154-4AC1-458B-BF11-77E5F38A2736}" dt="2026-10-19T16:28:59.567" v="20375" actId="700"/>
          <ac:spMkLst>
            <pc:docMk/>
            <pc:sldMk cId="2153321523" sldId="279"/>
            <ac:spMk id="4" creationId="{D0D46BF0-F5FD-4791-8AE6-8EB36992BEDC}"/>
          </ac:spMkLst>
        </pc:spChg>
        <pc:spChg chg="del">
          <ac:chgData name="Matthew Rencher" userId="7509b670-7006-40a1-8250-6ba51168b27f" providerId="ADAL" clId="{59AB3154-4AC1-458B-BF11-77E5F38A2736}" dt="2026-10-19T16:28:59.567" v="20375" actId="700"/>
          <ac:spMkLst>
            <pc:docMk/>
            <pc:sldMk cId="2153321523" sldId="279"/>
            <ac:spMk id="5" creationId="{331242A6-0574-4358-97C4-2D584E90C185}"/>
          </ac:spMkLst>
        </pc:spChg>
        <pc:spChg chg="del">
          <ac:chgData name="Matthew Rencher" userId="7509b670-7006-40a1-8250-6ba51168b27f" providerId="ADAL" clId="{59AB3154-4AC1-458B-BF11-77E5F38A2736}" dt="2026-10-19T16:28:59.567" v="20375" actId="700"/>
          <ac:spMkLst>
            <pc:docMk/>
            <pc:sldMk cId="2153321523" sldId="279"/>
            <ac:spMk id="6" creationId="{25B8FA49-601F-402A-9B8B-8BA841B3D09F}"/>
          </ac:spMkLst>
        </pc:spChg>
        <pc:spChg chg="del">
          <ac:chgData name="Matthew Rencher" userId="7509b670-7006-40a1-8250-6ba51168b27f" providerId="ADAL" clId="{59AB3154-4AC1-458B-BF11-77E5F38A2736}" dt="2026-10-19T16:28:59.567" v="20375" actId="700"/>
          <ac:spMkLst>
            <pc:docMk/>
            <pc:sldMk cId="2153321523" sldId="279"/>
            <ac:spMk id="7" creationId="{98CB4EFC-2D66-446A-A491-716B5B8F4EC1}"/>
          </ac:spMkLst>
        </pc:spChg>
        <pc:spChg chg="del">
          <ac:chgData name="Matthew Rencher" userId="7509b670-7006-40a1-8250-6ba51168b27f" providerId="ADAL" clId="{59AB3154-4AC1-458B-BF11-77E5F38A2736}" dt="2026-10-19T16:28:59.567" v="20375" actId="700"/>
          <ac:spMkLst>
            <pc:docMk/>
            <pc:sldMk cId="2153321523" sldId="279"/>
            <ac:spMk id="8" creationId="{36B4588B-4DF6-49A7-8453-C9E49D348F23}"/>
          </ac:spMkLst>
        </pc:spChg>
        <pc:spChg chg="add mod ord">
          <ac:chgData name="Matthew Rencher" userId="7509b670-7006-40a1-8250-6ba51168b27f" providerId="ADAL" clId="{59AB3154-4AC1-458B-BF11-77E5F38A2736}" dt="2026-10-19T16:31:41.503" v="20777" actId="313"/>
          <ac:spMkLst>
            <pc:docMk/>
            <pc:sldMk cId="2153321523" sldId="279"/>
            <ac:spMk id="9" creationId="{AABA4D13-0D7A-4F63-9F1C-A1B59403BF07}"/>
          </ac:spMkLst>
        </pc:spChg>
        <pc:spChg chg="add mod ord">
          <ac:chgData name="Matthew Rencher" userId="7509b670-7006-40a1-8250-6ba51168b27f" providerId="ADAL" clId="{59AB3154-4AC1-458B-BF11-77E5F38A2736}" dt="2026-10-19T16:30:45.880" v="20738" actId="20577"/>
          <ac:spMkLst>
            <pc:docMk/>
            <pc:sldMk cId="2153321523" sldId="279"/>
            <ac:spMk id="10" creationId="{9529E37B-4655-4EA9-AA7F-3F6AFA1F666F}"/>
          </ac:spMkLst>
        </pc:spChg>
      </pc:sldChg>
      <pc:sldChg chg="addSp delSp modSp new mod modClrScheme chgLayout modNotesTx">
        <pc:chgData name="Matthew Rencher" userId="7509b670-7006-40a1-8250-6ba51168b27f" providerId="ADAL" clId="{59AB3154-4AC1-458B-BF11-77E5F38A2736}" dt="2026-10-20T13:35:38.466" v="22367" actId="20577"/>
        <pc:sldMkLst>
          <pc:docMk/>
          <pc:sldMk cId="1226387145" sldId="280"/>
        </pc:sldMkLst>
        <pc:spChg chg="del mod ord">
          <ac:chgData name="Matthew Rencher" userId="7509b670-7006-40a1-8250-6ba51168b27f" providerId="ADAL" clId="{59AB3154-4AC1-458B-BF11-77E5F38A2736}" dt="2026-10-20T13:32:19.567" v="22100" actId="700"/>
          <ac:spMkLst>
            <pc:docMk/>
            <pc:sldMk cId="1226387145" sldId="280"/>
            <ac:spMk id="2" creationId="{A6370A57-1CEE-4140-A9EF-C4781ACF8E82}"/>
          </ac:spMkLst>
        </pc:spChg>
        <pc:spChg chg="del mod ord">
          <ac:chgData name="Matthew Rencher" userId="7509b670-7006-40a1-8250-6ba51168b27f" providerId="ADAL" clId="{59AB3154-4AC1-458B-BF11-77E5F38A2736}" dt="2026-10-20T13:32:19.567" v="22100" actId="700"/>
          <ac:spMkLst>
            <pc:docMk/>
            <pc:sldMk cId="1226387145" sldId="280"/>
            <ac:spMk id="3" creationId="{41944C2D-69E9-42DA-91B2-4E2772F1068C}"/>
          </ac:spMkLst>
        </pc:spChg>
        <pc:spChg chg="add mod ord">
          <ac:chgData name="Matthew Rencher" userId="7509b670-7006-40a1-8250-6ba51168b27f" providerId="ADAL" clId="{59AB3154-4AC1-458B-BF11-77E5F38A2736}" dt="2026-10-20T13:34:10.853" v="22179" actId="1076"/>
          <ac:spMkLst>
            <pc:docMk/>
            <pc:sldMk cId="1226387145" sldId="280"/>
            <ac:spMk id="4" creationId="{AC587AA8-81E6-49F1-B29D-A4EB729981FF}"/>
          </ac:spMkLst>
        </pc:spChg>
        <pc:spChg chg="add mod ord">
          <ac:chgData name="Matthew Rencher" userId="7509b670-7006-40a1-8250-6ba51168b27f" providerId="ADAL" clId="{59AB3154-4AC1-458B-BF11-77E5F38A2736}" dt="2026-10-20T13:34:38.166" v="22223" actId="14100"/>
          <ac:spMkLst>
            <pc:docMk/>
            <pc:sldMk cId="1226387145" sldId="280"/>
            <ac:spMk id="5" creationId="{85BDCFD7-30FE-44C9-B5B7-BC0D46AF8BBD}"/>
          </ac:spMkLst>
        </pc:spChg>
        <pc:spChg chg="add del mod ord">
          <ac:chgData name="Matthew Rencher" userId="7509b670-7006-40a1-8250-6ba51168b27f" providerId="ADAL" clId="{59AB3154-4AC1-458B-BF11-77E5F38A2736}" dt="2026-10-20T13:33:35.295" v="22170" actId="700"/>
          <ac:spMkLst>
            <pc:docMk/>
            <pc:sldMk cId="1226387145" sldId="280"/>
            <ac:spMk id="6" creationId="{5A18F93C-CA67-44DE-A44F-60494B2CECDF}"/>
          </ac:spMkLst>
        </pc:spChg>
        <pc:spChg chg="add mod">
          <ac:chgData name="Matthew Rencher" userId="7509b670-7006-40a1-8250-6ba51168b27f" providerId="ADAL" clId="{59AB3154-4AC1-458B-BF11-77E5F38A2736}" dt="2026-10-20T13:35:38.466" v="22367" actId="20577"/>
          <ac:spMkLst>
            <pc:docMk/>
            <pc:sldMk cId="1226387145" sldId="280"/>
            <ac:spMk id="7" creationId="{51883726-00D2-402F-98D4-5BA35F7678C3}"/>
          </ac:spMkLst>
        </pc:spChg>
      </pc:sldChg>
      <pc:sldChg chg="addSp delSp modSp new mod modClrScheme chgLayout">
        <pc:chgData name="Matthew Rencher" userId="7509b670-7006-40a1-8250-6ba51168b27f" providerId="ADAL" clId="{59AB3154-4AC1-458B-BF11-77E5F38A2736}" dt="2026-10-20T16:18:56.163" v="27536" actId="20577"/>
        <pc:sldMkLst>
          <pc:docMk/>
          <pc:sldMk cId="392449837" sldId="281"/>
        </pc:sldMkLst>
        <pc:spChg chg="del mod ord">
          <ac:chgData name="Matthew Rencher" userId="7509b670-7006-40a1-8250-6ba51168b27f" providerId="ADAL" clId="{59AB3154-4AC1-458B-BF11-77E5F38A2736}" dt="2026-10-20T16:17:55.045" v="27440" actId="700"/>
          <ac:spMkLst>
            <pc:docMk/>
            <pc:sldMk cId="392449837" sldId="281"/>
            <ac:spMk id="2" creationId="{16522237-F203-4D8B-8F5B-124F962B3883}"/>
          </ac:spMkLst>
        </pc:spChg>
        <pc:spChg chg="del mod ord">
          <ac:chgData name="Matthew Rencher" userId="7509b670-7006-40a1-8250-6ba51168b27f" providerId="ADAL" clId="{59AB3154-4AC1-458B-BF11-77E5F38A2736}" dt="2026-10-20T16:17:55.045" v="27440" actId="700"/>
          <ac:spMkLst>
            <pc:docMk/>
            <pc:sldMk cId="392449837" sldId="281"/>
            <ac:spMk id="3" creationId="{147FF37E-8AFA-46F1-B6F3-93CA46C2D5ED}"/>
          </ac:spMkLst>
        </pc:spChg>
        <pc:spChg chg="add mod ord">
          <ac:chgData name="Matthew Rencher" userId="7509b670-7006-40a1-8250-6ba51168b27f" providerId="ADAL" clId="{59AB3154-4AC1-458B-BF11-77E5F38A2736}" dt="2026-10-20T16:18:56.163" v="27536" actId="20577"/>
          <ac:spMkLst>
            <pc:docMk/>
            <pc:sldMk cId="392449837" sldId="281"/>
            <ac:spMk id="4" creationId="{5063F3C1-8A24-4049-A88A-48281EF71206}"/>
          </ac:spMkLst>
        </pc:spChg>
        <pc:spChg chg="add mod ord">
          <ac:chgData name="Matthew Rencher" userId="7509b670-7006-40a1-8250-6ba51168b27f" providerId="ADAL" clId="{59AB3154-4AC1-458B-BF11-77E5F38A2736}" dt="2026-10-20T16:18:45.289" v="27535"/>
          <ac:spMkLst>
            <pc:docMk/>
            <pc:sldMk cId="392449837" sldId="281"/>
            <ac:spMk id="5" creationId="{33786F8A-8EEE-4093-995E-9BB9EE9AE7C1}"/>
          </ac:spMkLst>
        </pc:spChg>
      </pc:sldChg>
      <pc:sldMasterChg chg="modSldLayout">
        <pc:chgData name="Matthew Rencher" userId="7509b670-7006-40a1-8250-6ba51168b27f" providerId="ADAL" clId="{59AB3154-4AC1-458B-BF11-77E5F38A2736}" dt="2026-10-19T14:48:14.394" v="12979" actId="1036"/>
        <pc:sldMasterMkLst>
          <pc:docMk/>
          <pc:sldMasterMk cId="1483248828" sldId="2147483660"/>
        </pc:sldMasterMkLst>
        <pc:sldLayoutChg chg="delSp mod">
          <pc:chgData name="Matthew Rencher" userId="7509b670-7006-40a1-8250-6ba51168b27f" providerId="ADAL" clId="{59AB3154-4AC1-458B-BF11-77E5F38A2736}" dt="2026-10-01T16:47:57.732" v="1413" actId="478"/>
          <pc:sldLayoutMkLst>
            <pc:docMk/>
            <pc:sldMasterMk cId="1483248828" sldId="2147483660"/>
            <pc:sldLayoutMk cId="20678260" sldId="2147483662"/>
          </pc:sldLayoutMkLst>
          <pc:spChg chg="del">
            <ac:chgData name="Matthew Rencher" userId="7509b670-7006-40a1-8250-6ba51168b27f" providerId="ADAL" clId="{59AB3154-4AC1-458B-BF11-77E5F38A2736}" dt="2026-10-01T16:47:57.732" v="1413" actId="478"/>
            <ac:spMkLst>
              <pc:docMk/>
              <pc:sldMasterMk cId="1483248828" sldId="2147483660"/>
              <pc:sldLayoutMk cId="20678260" sldId="2147483662"/>
              <ac:spMk id="6" creationId="{00000000-0000-0000-0000-000000000000}"/>
            </ac:spMkLst>
          </pc:spChg>
        </pc:sldLayoutChg>
        <pc:sldLayoutChg chg="modSp mod">
          <pc:chgData name="Matthew Rencher" userId="7509b670-7006-40a1-8250-6ba51168b27f" providerId="ADAL" clId="{59AB3154-4AC1-458B-BF11-77E5F38A2736}" dt="2026-10-19T14:48:14.394" v="12979" actId="1036"/>
          <pc:sldLayoutMkLst>
            <pc:docMk/>
            <pc:sldMasterMk cId="1483248828" sldId="2147483660"/>
            <pc:sldLayoutMk cId="268869491" sldId="2147483674"/>
          </pc:sldLayoutMkLst>
          <pc:cxnChg chg="mod">
            <ac:chgData name="Matthew Rencher" userId="7509b670-7006-40a1-8250-6ba51168b27f" providerId="ADAL" clId="{59AB3154-4AC1-458B-BF11-77E5F38A2736}" dt="2026-10-19T14:48:14.394" v="12979" actId="1036"/>
            <ac:cxnSpMkLst>
              <pc:docMk/>
              <pc:sldMasterMk cId="1483248828" sldId="2147483660"/>
              <pc:sldLayoutMk cId="268869491" sldId="2147483674"/>
              <ac:cxnSpMk id="17" creationId="{00000000-0000-0000-0000-000000000000}"/>
            </ac:cxnSpMkLst>
          </pc:cxnChg>
          <pc:cxnChg chg="mod">
            <ac:chgData name="Matthew Rencher" userId="7509b670-7006-40a1-8250-6ba51168b27f" providerId="ADAL" clId="{59AB3154-4AC1-458B-BF11-77E5F38A2736}" dt="2026-10-19T14:48:14.394" v="12979" actId="1036"/>
            <ac:cxnSpMkLst>
              <pc:docMk/>
              <pc:sldMasterMk cId="1483248828" sldId="2147483660"/>
              <pc:sldLayoutMk cId="268869491" sldId="2147483674"/>
              <ac:cxnSpMk id="18" creationId="{00000000-0000-0000-0000-000000000000}"/>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367CCA-035C-4B87-BF0C-C2DE6BE924DD}" type="datetimeFigureOut">
              <a:rPr lang="en-US" smtClean="0"/>
              <a:t>10/20/2026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95A20-AE35-4D29-A54E-2449C0468D60}" type="slidenum">
              <a:rPr lang="en-US" smtClean="0"/>
              <a:t>‹#›</a:t>
            </a:fld>
            <a:endParaRPr lang="en-US" dirty="0"/>
          </a:p>
        </p:txBody>
      </p:sp>
    </p:spTree>
    <p:extLst>
      <p:ext uri="{BB962C8B-B14F-4D97-AF65-F5344CB8AC3E}">
        <p14:creationId xmlns:p14="http://schemas.microsoft.com/office/powerpoint/2010/main" val="4138170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Making Sense of Code, this is a workshop to understand how AI coding assistants work and how they can assist in working with code. This is made for people of all experience and backgrounds, no development background required to understand the concepts</a:t>
            </a:r>
          </a:p>
        </p:txBody>
      </p:sp>
      <p:sp>
        <p:nvSpPr>
          <p:cNvPr id="4" name="Slide Number Placeholder 3"/>
          <p:cNvSpPr>
            <a:spLocks noGrp="1"/>
          </p:cNvSpPr>
          <p:nvPr>
            <p:ph type="sldNum" sz="quarter" idx="5"/>
          </p:nvPr>
        </p:nvSpPr>
        <p:spPr/>
        <p:txBody>
          <a:bodyPr/>
          <a:lstStyle/>
          <a:p>
            <a:fld id="{DC095A20-AE35-4D29-A54E-2449C0468D60}" type="slidenum">
              <a:rPr lang="en-US" smtClean="0"/>
              <a:t>1</a:t>
            </a:fld>
            <a:endParaRPr lang="en-US" dirty="0"/>
          </a:p>
        </p:txBody>
      </p:sp>
    </p:spTree>
    <p:extLst>
      <p:ext uri="{BB962C8B-B14F-4D97-AF65-F5344CB8AC3E}">
        <p14:creationId xmlns:p14="http://schemas.microsoft.com/office/powerpoint/2010/main" val="2907047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Session 1 today we will be going over AI Coding Tools. We will understand the landscape they exist in now, recognize the risks that come with using these tools, and learn how they can be used to increase code comprehension.</a:t>
            </a:r>
          </a:p>
        </p:txBody>
      </p:sp>
      <p:sp>
        <p:nvSpPr>
          <p:cNvPr id="4" name="Slide Number Placeholder 3"/>
          <p:cNvSpPr>
            <a:spLocks noGrp="1"/>
          </p:cNvSpPr>
          <p:nvPr>
            <p:ph type="sldNum" sz="quarter" idx="5"/>
          </p:nvPr>
        </p:nvSpPr>
        <p:spPr/>
        <p:txBody>
          <a:bodyPr/>
          <a:lstStyle/>
          <a:p>
            <a:fld id="{DC095A20-AE35-4D29-A54E-2449C0468D60}" type="slidenum">
              <a:rPr lang="en-US" smtClean="0"/>
              <a:t>2</a:t>
            </a:fld>
            <a:endParaRPr lang="en-US" dirty="0"/>
          </a:p>
        </p:txBody>
      </p:sp>
    </p:spTree>
    <p:extLst>
      <p:ext uri="{BB962C8B-B14F-4D97-AF65-F5344CB8AC3E}">
        <p14:creationId xmlns:p14="http://schemas.microsoft.com/office/powerpoint/2010/main" val="1917713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workshop is for anyone who wants to know more about AI, coding and how AI assistants can be leveraged in your daily work. </a:t>
            </a:r>
            <a:br>
              <a:rPr lang="en-US" dirty="0"/>
            </a:br>
            <a:r>
              <a:rPr lang="en-US" dirty="0"/>
              <a:t>* No developer or programmer background is required. You should be familiar with using AI and be curious about how to use AI to improve your day to day tasks.</a:t>
            </a:r>
            <a:br>
              <a:rPr lang="en-US" dirty="0"/>
            </a:br>
            <a:r>
              <a:rPr lang="en-US" dirty="0"/>
              <a:t>* AI should support your domain knowledge, not make you an expert in a different field.</a:t>
            </a:r>
            <a:br>
              <a:rPr lang="en-US" dirty="0"/>
            </a:br>
            <a:r>
              <a:rPr lang="en-US" dirty="0"/>
              <a:t>It can make unfamiliar code easy to understand. It can also assist with writing or modifying code for routine job tasks, research, analysis, or study. </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3</a:t>
            </a:fld>
            <a:endParaRPr lang="en-US" dirty="0"/>
          </a:p>
        </p:txBody>
      </p:sp>
    </p:spTree>
    <p:extLst>
      <p:ext uri="{BB962C8B-B14F-4D97-AF65-F5344CB8AC3E}">
        <p14:creationId xmlns:p14="http://schemas.microsoft.com/office/powerpoint/2010/main" val="4259707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0000FF"/>
                </a:highlight>
              </a:rPr>
              <a:t>Programmer/Analyst at SUNY Old Westbury ITS-EAS, managing the OW Portal and Ellucian Extensions</a:t>
            </a:r>
          </a:p>
          <a:p>
            <a:r>
              <a:rPr lang="en-US" dirty="0">
                <a:highlight>
                  <a:srgbClr val="0000FF"/>
                </a:highlight>
              </a:rPr>
              <a:t>*</a:t>
            </a:r>
            <a:r>
              <a:rPr lang="en-US" sz="1200" dirty="0"/>
              <a:t>Previously worked in the AR/VR industry, designing software and developing AR experiences</a:t>
            </a:r>
          </a:p>
          <a:p>
            <a:r>
              <a:rPr lang="en-US" dirty="0">
                <a:highlight>
                  <a:srgbClr val="0000FF"/>
                </a:highlight>
              </a:rPr>
              <a:t>*Trained AI image models and built software for fashion photography industry</a:t>
            </a:r>
          </a:p>
          <a:p>
            <a:r>
              <a:rPr lang="en-US" dirty="0">
                <a:highlight>
                  <a:srgbClr val="0000FF"/>
                </a:highlight>
              </a:rPr>
              <a:t>Run a small 3D printing and design business</a:t>
            </a:r>
          </a:p>
          <a:p>
            <a:r>
              <a:rPr lang="en-US" dirty="0">
                <a:highlight>
                  <a:srgbClr val="0000FF"/>
                </a:highlight>
              </a:rPr>
              <a:t>*Attended the first Formula-E grand prix in Brooklyn</a:t>
            </a:r>
          </a:p>
          <a:p>
            <a:r>
              <a:rPr lang="en-US" dirty="0">
                <a:highlight>
                  <a:srgbClr val="0000FF"/>
                </a:highlight>
              </a:rPr>
              <a:t>There is my </a:t>
            </a:r>
            <a:r>
              <a:rPr lang="en-US" dirty="0" err="1">
                <a:highlight>
                  <a:srgbClr val="0000FF"/>
                </a:highlight>
              </a:rPr>
              <a:t>github</a:t>
            </a:r>
            <a:r>
              <a:rPr lang="en-US" dirty="0">
                <a:highlight>
                  <a:srgbClr val="0000FF"/>
                </a:highlight>
              </a:rPr>
              <a:t> page if you’d like to see my public code repositories</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4</a:t>
            </a:fld>
            <a:endParaRPr lang="en-US"/>
          </a:p>
        </p:txBody>
      </p:sp>
    </p:spTree>
    <p:extLst>
      <p:ext uri="{BB962C8B-B14F-4D97-AF65-F5344CB8AC3E}">
        <p14:creationId xmlns:p14="http://schemas.microsoft.com/office/powerpoint/2010/main" val="3394140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*Session 1 We will establish a foundation of AI coding tools, their inherent risks and how to improve code comprehension.</a:t>
            </a:r>
            <a:br>
              <a:rPr lang="en-US" dirty="0"/>
            </a:br>
            <a:r>
              <a:rPr lang="en-US" dirty="0"/>
              <a:t>*Session 2  We will focus on turning requirements into concise detailed prompts</a:t>
            </a:r>
            <a:br>
              <a:rPr lang="en-US" dirty="0"/>
            </a:br>
            <a:r>
              <a:rPr lang="en-US" dirty="0"/>
              <a:t>*Session 3 focuses on modifying existing code, improving it without losing any of the original functionality. </a:t>
            </a:r>
            <a:br>
              <a:rPr lang="en-US" dirty="0"/>
            </a:br>
            <a:r>
              <a:rPr lang="en-US" dirty="0"/>
              <a:t>The code repository will contain any code and presentation material from this series. </a:t>
            </a:r>
          </a:p>
        </p:txBody>
      </p:sp>
      <p:sp>
        <p:nvSpPr>
          <p:cNvPr id="4" name="Slide Number Placeholder 3"/>
          <p:cNvSpPr>
            <a:spLocks noGrp="1"/>
          </p:cNvSpPr>
          <p:nvPr>
            <p:ph type="sldNum" sz="quarter" idx="5"/>
          </p:nvPr>
        </p:nvSpPr>
        <p:spPr/>
        <p:txBody>
          <a:bodyPr/>
          <a:lstStyle/>
          <a:p>
            <a:fld id="{DC095A20-AE35-4D29-A54E-2449C0468D60}" type="slidenum">
              <a:rPr lang="en-US" smtClean="0"/>
              <a:t>5</a:t>
            </a:fld>
            <a:endParaRPr lang="en-US"/>
          </a:p>
        </p:txBody>
      </p:sp>
    </p:spTree>
    <p:extLst>
      <p:ext uri="{BB962C8B-B14F-4D97-AF65-F5344CB8AC3E}">
        <p14:creationId xmlns:p14="http://schemas.microsoft.com/office/powerpoint/2010/main" val="3528808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AI coding assistants, and what do they do? We will focus on Github Copilot one of the most popular and simple coding assistants</a:t>
            </a:r>
            <a:br>
              <a:rPr lang="en-US" dirty="0"/>
            </a:br>
            <a:r>
              <a:rPr lang="en-US" dirty="0"/>
              <a:t>*Identify risks and safe use practices for AI coding, knowing how to use the tools safely is crucial before getting to work with them.</a:t>
            </a:r>
            <a:br>
              <a:rPr lang="en-US" dirty="0"/>
            </a:br>
            <a:r>
              <a:rPr lang="en-US" dirty="0"/>
              <a:t>*Follow a Copilot chat example, to write a script for merging excel files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*Verify the AI’s response against the source code it generates</a:t>
            </a:r>
            <a:br>
              <a:rPr lang="en-US" dirty="0"/>
            </a:br>
            <a:r>
              <a:rPr lang="en-US" dirty="0"/>
              <a:t>*We do not need to become AI experts today; the goal is to learn a reliable way to use the tool without surrendering judgment.</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6</a:t>
            </a:fld>
            <a:endParaRPr lang="en-US"/>
          </a:p>
        </p:txBody>
      </p:sp>
    </p:spTree>
    <p:extLst>
      <p:ext uri="{BB962C8B-B14F-4D97-AF65-F5344CB8AC3E}">
        <p14:creationId xmlns:p14="http://schemas.microsoft.com/office/powerpoint/2010/main" val="3385789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Q: Does anyone work with code and use AI to assist them in their daily tasks?  </a:t>
            </a:r>
          </a:p>
          <a:p>
            <a:r>
              <a:rPr lang="en-US" sz="1200" dirty="0"/>
              <a:t>What tools do you use? </a:t>
            </a:r>
          </a:p>
          <a:p>
            <a:pPr lvl="1"/>
            <a:r>
              <a:rPr lang="en-US" sz="1200" dirty="0"/>
              <a:t>Browser LLMs (</a:t>
            </a:r>
            <a:r>
              <a:rPr lang="en-US" sz="1200" dirty="0" err="1"/>
              <a:t>chatgpt</a:t>
            </a:r>
            <a:r>
              <a:rPr lang="en-US" sz="1200" dirty="0"/>
              <a:t>, </a:t>
            </a:r>
            <a:r>
              <a:rPr lang="en-US" sz="1200" dirty="0" err="1"/>
              <a:t>claude</a:t>
            </a:r>
            <a:r>
              <a:rPr lang="en-US" sz="1200" dirty="0"/>
              <a:t>, </a:t>
            </a:r>
            <a:r>
              <a:rPr lang="en-US" sz="1200" dirty="0" err="1"/>
              <a:t>gemini</a:t>
            </a:r>
            <a:r>
              <a:rPr lang="en-US" sz="1200" dirty="0"/>
              <a:t>)</a:t>
            </a:r>
          </a:p>
          <a:p>
            <a:pPr lvl="1"/>
            <a:r>
              <a:rPr lang="en-US" sz="1200" dirty="0"/>
              <a:t>Coding Assistant (copilot, </a:t>
            </a:r>
            <a:r>
              <a:rPr lang="en-US" sz="1200" dirty="0" err="1"/>
              <a:t>claude</a:t>
            </a:r>
            <a:r>
              <a:rPr lang="en-US" sz="1200" dirty="0"/>
              <a:t> code, </a:t>
            </a:r>
            <a:r>
              <a:rPr lang="en-US" sz="1200" dirty="0" err="1"/>
              <a:t>chatgpt</a:t>
            </a:r>
            <a:r>
              <a:rPr lang="en-US" sz="1200" dirty="0"/>
              <a:t> codex)</a:t>
            </a:r>
          </a:p>
          <a:p>
            <a:pPr lvl="1"/>
            <a:r>
              <a:rPr lang="en-US" sz="1200" dirty="0"/>
              <a:t>Agents – is given a goal then it determines what actions to take to accomplish that </a:t>
            </a:r>
          </a:p>
          <a:p>
            <a:r>
              <a:rPr lang="en-US" sz="1200" dirty="0"/>
              <a:t>How do you use those tools? </a:t>
            </a:r>
          </a:p>
          <a:p>
            <a:r>
              <a:rPr lang="en-US" sz="1200" dirty="0"/>
              <a:t>I use Copilot for creating templates, to mock up webpages quickly for testing, and for learning new software tools</a:t>
            </a:r>
          </a:p>
          <a:p>
            <a:r>
              <a:rPr lang="en-US" sz="1200" dirty="0"/>
              <a:t>How well do you trust the responses?</a:t>
            </a:r>
          </a:p>
          <a:p>
            <a:r>
              <a:rPr lang="en-US" sz="1200" dirty="0"/>
              <a:t>My workflow has me at about a 75% success rate usually. Rarely do I get good results without a very detailed concise prompt, so I spend more time planning my approach, focusing on how to get to the solution, and then getting those details into a well written prompt with good context</a:t>
            </a:r>
          </a:p>
          <a:p>
            <a:r>
              <a:rPr lang="en-US" sz="1200" dirty="0"/>
              <a:t>This image accurately shows how even after AI coding has become industry standard at this point, writing code is easier but it’s still laborious to read, debug, and update.</a:t>
            </a:r>
          </a:p>
        </p:txBody>
      </p:sp>
      <p:sp>
        <p:nvSpPr>
          <p:cNvPr id="4" name="Slide Number Placeholder 3"/>
          <p:cNvSpPr>
            <a:spLocks noGrp="1"/>
          </p:cNvSpPr>
          <p:nvPr>
            <p:ph type="sldNum" sz="quarter" idx="5"/>
          </p:nvPr>
        </p:nvSpPr>
        <p:spPr/>
        <p:txBody>
          <a:bodyPr/>
          <a:lstStyle/>
          <a:p>
            <a:fld id="{DC095A20-AE35-4D29-A54E-2449C0468D60}" type="slidenum">
              <a:rPr lang="en-US" smtClean="0"/>
              <a:t>7</a:t>
            </a:fld>
            <a:endParaRPr lang="en-US"/>
          </a:p>
        </p:txBody>
      </p:sp>
    </p:spTree>
    <p:extLst>
      <p:ext uri="{BB962C8B-B14F-4D97-AF65-F5344CB8AC3E}">
        <p14:creationId xmlns:p14="http://schemas.microsoft.com/office/powerpoint/2010/main" val="700903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tools powered by LLMs (Large Language Models)</a:t>
            </a:r>
          </a:p>
          <a:p>
            <a:r>
              <a:rPr lang="en-US" b="0" dirty="0"/>
              <a:t>*Integrate into IDEs; </a:t>
            </a:r>
            <a:r>
              <a:rPr lang="en-US" b="0" i="0" dirty="0">
                <a:solidFill>
                  <a:srgbClr val="E6E8F0"/>
                </a:solidFill>
                <a:effectLst/>
                <a:latin typeface="Google Sans Flex"/>
              </a:rPr>
              <a:t>Integrated Development Environment is </a:t>
            </a:r>
            <a:r>
              <a:rPr lang="en-US" b="0" dirty="0"/>
              <a:t>a software application that combines all the essential tools to write, build, test, and debug code into a single program (</a:t>
            </a:r>
            <a:r>
              <a:rPr lang="en-US" b="0" dirty="0" err="1"/>
              <a:t>VSCode</a:t>
            </a:r>
            <a:r>
              <a:rPr lang="en-US" b="0" dirty="0"/>
              <a:t>, Cursor, </a:t>
            </a:r>
            <a:r>
              <a:rPr lang="en-US" b="0" dirty="0" err="1"/>
              <a:t>Sublimetext</a:t>
            </a:r>
            <a:r>
              <a:rPr lang="en-US" b="0" dirty="0"/>
              <a:t>, Notepad++)</a:t>
            </a:r>
          </a:p>
          <a:p>
            <a:r>
              <a:rPr lang="en-US" dirty="0"/>
              <a:t>*Analyze and read files, directory structures, and terminal outputs (CLI). Select a root directory that acts as your workspace</a:t>
            </a:r>
          </a:p>
          <a:p>
            <a:r>
              <a:rPr lang="en-US" dirty="0"/>
              <a:t>*Accepts prompts in text and file formats, usually doesn’t support images and other alternative media formats (ppt, doc, audio, video)</a:t>
            </a:r>
          </a:p>
          <a:p>
            <a:r>
              <a:rPr lang="en-US" dirty="0"/>
              <a:t>*Trained on learned patterns from large amounts of text and code. It’s code intelligence only exists from code that’s ingested into the LLM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image here represents how LLMs work, open source data and code is scraped from the internet (Github and public code repositories), AI models ingest that data and then follow the learned workflows to build similar code patterns</a:t>
            </a:r>
          </a:p>
          <a:p>
            <a:r>
              <a:rPr lang="en-US" dirty="0"/>
              <a:t>*It acts using a Human-in-the-loop workflow</a:t>
            </a:r>
          </a:p>
          <a:p>
            <a:r>
              <a:rPr lang="en-US" dirty="0"/>
              <a:t>User provides the Prompt &gt;&gt; User Reviews changes &gt;&gt; User Approves or declines the file changes</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8</a:t>
            </a:fld>
            <a:endParaRPr lang="en-US"/>
          </a:p>
        </p:txBody>
      </p:sp>
    </p:spTree>
    <p:extLst>
      <p:ext uri="{BB962C8B-B14F-4D97-AF65-F5344CB8AC3E}">
        <p14:creationId xmlns:p14="http://schemas.microsoft.com/office/powerpoint/2010/main" val="3294701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*Github Copilot is a coding assistant that helps users write, debug, and understand software directly in their code editor (IDE).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*Uses popular LLMS like Claude, GPT, Gemini, Grok, Kimi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two main ways to use Copilot we will learn about: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*Chat answers questions, explains code, and proposes changes.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*Inline completion suggests small pieces of code as you type, this acts more like a pair programmer trying to predict what will be typed next. (Like auto-complete texts)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Both modes need review from the user. This session uses prepared Chat examples for code comprehension.</a:t>
            </a:r>
          </a:p>
        </p:txBody>
      </p:sp>
      <p:sp>
        <p:nvSpPr>
          <p:cNvPr id="4" name="Slide Number Placeholder 3"/>
          <p:cNvSpPr>
            <a:spLocks noGrp="1"/>
          </p:cNvSpPr>
          <p:nvPr>
            <p:ph type="sldNum" sz="quarter" idx="5"/>
          </p:nvPr>
        </p:nvSpPr>
        <p:spPr/>
        <p:txBody>
          <a:bodyPr/>
          <a:lstStyle/>
          <a:p>
            <a:fld id="{DC095A20-AE35-4D29-A54E-2449C0468D60}" type="slidenum">
              <a:rPr lang="en-US" smtClean="0"/>
              <a:t>9</a:t>
            </a:fld>
            <a:endParaRPr lang="en-US"/>
          </a:p>
        </p:txBody>
      </p:sp>
    </p:spTree>
    <p:extLst>
      <p:ext uri="{BB962C8B-B14F-4D97-AF65-F5344CB8AC3E}">
        <p14:creationId xmlns:p14="http://schemas.microsoft.com/office/powerpoint/2010/main" val="918558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talk about the most common uses for Coding Assistants</a:t>
            </a:r>
            <a:br>
              <a:rPr lang="en-US" dirty="0"/>
            </a:br>
            <a:r>
              <a:rPr lang="en-US" dirty="0"/>
              <a:t>*It’s great at handling code no one has touched in years, you can ask Copilot to explain in plain language what it’s functions do. You may have to deal with some inherited scripts, old reports, or an existing automation, this can be a great tool to help figure out what they actually do. </a:t>
            </a:r>
            <a:br>
              <a:rPr lang="en-US" dirty="0"/>
            </a:br>
            <a:r>
              <a:rPr lang="en-US" dirty="0"/>
              <a:t>* Writing repetitive and boiler plate code can be a slog, creating routine setup code is usually a simple task for coding assistants. Can reference your existing work to support better results.</a:t>
            </a:r>
            <a:br>
              <a:rPr lang="en-US" dirty="0"/>
            </a:br>
            <a:r>
              <a:rPr lang="en-US" dirty="0"/>
              <a:t>*Generating Tests and examples for code, AFAIK nobody writes their own tests anymore since AI coding made it very easy to hit all your testing goals.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*Refactoring which means reorganizing or optimizing existing code, can preserve the original behaviors when updating.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*Getting to a starting point faster, get initial requirements and common issues out of the way early to move onto to the more core functionality and tasks</a:t>
            </a:r>
          </a:p>
        </p:txBody>
      </p:sp>
      <p:sp>
        <p:nvSpPr>
          <p:cNvPr id="4" name="Slide Number Placeholder 3"/>
          <p:cNvSpPr>
            <a:spLocks noGrp="1"/>
          </p:cNvSpPr>
          <p:nvPr>
            <p:ph type="sldNum" sz="quarter" idx="5"/>
          </p:nvPr>
        </p:nvSpPr>
        <p:spPr/>
        <p:txBody>
          <a:bodyPr/>
          <a:lstStyle/>
          <a:p>
            <a:fld id="{DC095A20-AE35-4D29-A54E-2449C0468D60}" type="slidenum">
              <a:rPr lang="en-US" smtClean="0"/>
              <a:t>10</a:t>
            </a:fld>
            <a:endParaRPr lang="en-US"/>
          </a:p>
        </p:txBody>
      </p:sp>
    </p:spTree>
    <p:extLst>
      <p:ext uri="{BB962C8B-B14F-4D97-AF65-F5344CB8AC3E}">
        <p14:creationId xmlns:p14="http://schemas.microsoft.com/office/powerpoint/2010/main" val="1715052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Copilot does not automatically know institutional business rules, state policies, SUNY policies, </a:t>
            </a:r>
            <a:r>
              <a:rPr lang="en-US" dirty="0" err="1"/>
              <a:t>etc</a:t>
            </a:r>
            <a:r>
              <a:rPr lang="en-US" dirty="0"/>
              <a:t>: Even if given strict constraints, coding assistants can still diverge from those instructions and disregard those rules.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data is confidential vs public:  It will treat all data similarly so you cannot guarantee it keeps private information private.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*Your current environment or dependencies: You may have access to a development environment and production environment, but Copilot will not have that context.  So it’s very easy for someone to accidently publish changes to production instead of development and create massive issues on production 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edge cases matter to your users: Edge case is a uncommon situation that often isn’t addressed in a standard solution. There may be edge cases users expect to work a certain way, that the response completely leaves out of the solution. Providing context can help limit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it’s answer is wrong: AI lacks self-awareness, it’s just predicting the next most likely token based on patterns from training data, rather than understanding the logic.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*Mostly importantly, we should never learn to use potentially damaging tools and software using sensitive computers such as our work machines. The risk is too high for mistakes to be made, learn and practice on a personal machine with limited access to sensitive data. </a:t>
            </a:r>
          </a:p>
        </p:txBody>
      </p:sp>
      <p:sp>
        <p:nvSpPr>
          <p:cNvPr id="4" name="Slide Number Placeholder 3"/>
          <p:cNvSpPr>
            <a:spLocks noGrp="1"/>
          </p:cNvSpPr>
          <p:nvPr>
            <p:ph type="sldNum" sz="quarter" idx="5"/>
          </p:nvPr>
        </p:nvSpPr>
        <p:spPr/>
        <p:txBody>
          <a:bodyPr/>
          <a:lstStyle/>
          <a:p>
            <a:fld id="{DC095A20-AE35-4D29-A54E-2449C0468D60}" type="slidenum">
              <a:rPr lang="en-US" smtClean="0"/>
              <a:t>11</a:t>
            </a:fld>
            <a:endParaRPr lang="en-US"/>
          </a:p>
        </p:txBody>
      </p:sp>
    </p:spTree>
    <p:extLst>
      <p:ext uri="{BB962C8B-B14F-4D97-AF65-F5344CB8AC3E}">
        <p14:creationId xmlns:p14="http://schemas.microsoft.com/office/powerpoint/2010/main" val="2714588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let’s look at the alternative to Coding Assistants, how to use browser LLMs (ChatGPT, Claude) to help write code</a:t>
            </a:r>
            <a:br>
              <a:rPr lang="en-US" dirty="0"/>
            </a:br>
            <a:r>
              <a:rPr lang="en-US" dirty="0"/>
              <a:t>This is a viable but less effective method of working with AI and code. This is how developers used AI before coding assistants, way back in 2023</a:t>
            </a:r>
            <a:br>
              <a:rPr lang="en-US" dirty="0"/>
            </a:br>
            <a:r>
              <a:rPr lang="en-US" dirty="0"/>
              <a:t>*Only your prompt and any uploaded documents will be the main context for the LLM, not your entire codebase.</a:t>
            </a:r>
            <a:br>
              <a:rPr lang="en-US" dirty="0"/>
            </a:br>
            <a:r>
              <a:rPr lang="en-US" dirty="0"/>
              <a:t>*Will use it’s existing software knowledge or search the internet to best handle your prompt. This works the same when using AI coding assistants.</a:t>
            </a:r>
          </a:p>
          <a:p>
            <a:r>
              <a:rPr lang="en-US" dirty="0"/>
              <a:t>*Good for simple code generation and knowledge retrieval, but doesn’t not work seamlessly with software development workflows.</a:t>
            </a:r>
          </a:p>
        </p:txBody>
      </p:sp>
      <p:sp>
        <p:nvSpPr>
          <p:cNvPr id="4" name="Slide Number Placeholder 3"/>
          <p:cNvSpPr>
            <a:spLocks noGrp="1"/>
          </p:cNvSpPr>
          <p:nvPr>
            <p:ph type="sldNum" sz="quarter" idx="5"/>
          </p:nvPr>
        </p:nvSpPr>
        <p:spPr/>
        <p:txBody>
          <a:bodyPr/>
          <a:lstStyle/>
          <a:p>
            <a:fld id="{DC095A20-AE35-4D29-A54E-2449C0468D60}" type="slidenum">
              <a:rPr lang="en-US" smtClean="0"/>
              <a:t>12</a:t>
            </a:fld>
            <a:endParaRPr lang="en-US"/>
          </a:p>
        </p:txBody>
      </p:sp>
    </p:spTree>
    <p:extLst>
      <p:ext uri="{BB962C8B-B14F-4D97-AF65-F5344CB8AC3E}">
        <p14:creationId xmlns:p14="http://schemas.microsoft.com/office/powerpoint/2010/main" val="1161636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how we would use </a:t>
            </a:r>
            <a:r>
              <a:rPr lang="en-US" dirty="0" err="1"/>
              <a:t>VSCode</a:t>
            </a:r>
            <a:r>
              <a:rPr lang="en-US" dirty="0"/>
              <a:t> with Github Copilot</a:t>
            </a:r>
          </a:p>
          <a:p>
            <a:r>
              <a:rPr lang="en-US" dirty="0"/>
              <a:t>*The Explorer, displays the current working directory, here you can Find and Open files you want to edit.</a:t>
            </a:r>
          </a:p>
          <a:p>
            <a:r>
              <a:rPr lang="en-US" dirty="0"/>
              <a:t>*The Editor, displays opened files, here you can edit code, select a portion of code to add to your prompt context, and here you’ll review suggested changes from Copilot</a:t>
            </a:r>
          </a:p>
          <a:p>
            <a:r>
              <a:rPr lang="en-US" dirty="0"/>
              <a:t>*Chat, This is the main prompt interface. Ask about a specific file or a highlighted section to give context to the prompt</a:t>
            </a:r>
          </a:p>
          <a:p>
            <a:r>
              <a:rPr lang="en-US" dirty="0"/>
              <a:t>*Terminal, this is the CLI users run commands in, can also be accessed by Copilot to run commands and read output. This can be very dangerous because it executes system commands which can be very damaging, malicious commands can be run that could format the C drive, erase system files, and do other damage to any connected machines you access.</a:t>
            </a:r>
          </a:p>
          <a:p>
            <a:r>
              <a:rPr lang="en-US" dirty="0"/>
              <a:t>What’s important to note is how your working directory becomes the core of your context using Copilot, adding which files are relevant to your current tasks, keeps the AI focused on getting the most accurate solution.</a:t>
            </a:r>
          </a:p>
          <a:p>
            <a:endParaRPr lang="en-US" dirty="0"/>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13</a:t>
            </a:fld>
            <a:endParaRPr lang="en-US"/>
          </a:p>
        </p:txBody>
      </p:sp>
    </p:spTree>
    <p:extLst>
      <p:ext uri="{BB962C8B-B14F-4D97-AF65-F5344CB8AC3E}">
        <p14:creationId xmlns:p14="http://schemas.microsoft.com/office/powerpoint/2010/main" val="2697570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learn about the risks that we are exposed to using AI Coding Assistants.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Code, comments, configuration files, and sample data can expose secrets. </a:t>
            </a:r>
            <a:br>
              <a:rPr lang="en-US" dirty="0"/>
            </a:br>
            <a:r>
              <a:rPr lang="en-US" dirty="0"/>
              <a:t>Never put information into prompts or code that is confidential or sensitive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Passwords, API keys, access tokens are high value targets for hackers to exploit, can grant system level access to servers.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records should be protected in all circumstances, always be sure to anonymize any personal info before putting it into a LLM.</a:t>
            </a:r>
            <a:br>
              <a:rPr lang="en-US" dirty="0"/>
            </a:br>
            <a:r>
              <a:rPr lang="en-US" dirty="0"/>
              <a:t>Confidential institutional data and proprietary material should be handled with great care. Follow institutional AI and data-handling policies. </a:t>
            </a:r>
            <a:br>
              <a:rPr lang="en-US" dirty="0"/>
            </a:br>
            <a:r>
              <a:rPr lang="en-US" dirty="0"/>
              <a:t>Refer to the SUNY AI Policy for further guidance regarding this.</a:t>
            </a:r>
            <a:br>
              <a:rPr lang="en-US" dirty="0"/>
            </a:br>
            <a:r>
              <a:rPr lang="en-US" dirty="0"/>
              <a:t>Rule of Thumb: If you wouldn’t share the information on a public forum, do not put it into a Copilot prompt or a file Copilot can inspect. </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14</a:t>
            </a:fld>
            <a:endParaRPr lang="en-US"/>
          </a:p>
        </p:txBody>
      </p:sp>
    </p:spTree>
    <p:extLst>
      <p:ext uri="{BB962C8B-B14F-4D97-AF65-F5344CB8AC3E}">
        <p14:creationId xmlns:p14="http://schemas.microsoft.com/office/powerpoint/2010/main" val="402151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Risk 2 Code can be wrong </a:t>
            </a:r>
            <a:br>
              <a:rPr lang="en-US" dirty="0"/>
            </a:br>
            <a:r>
              <a:rPr lang="en-US" dirty="0"/>
              <a:t>*Logic Errors: Just because the code can run without crashing does not mean it is doing what you intended</a:t>
            </a:r>
            <a:br>
              <a:rPr lang="en-US" dirty="0"/>
            </a:br>
            <a:r>
              <a:rPr lang="en-US" dirty="0"/>
              <a:t>*Edge cases: Even the most polished generated code can fail on empty files or bad user inputs</a:t>
            </a:r>
            <a:br>
              <a:rPr lang="en-US" dirty="0"/>
            </a:br>
            <a:r>
              <a:rPr lang="en-US" dirty="0"/>
              <a:t>*Weak Input Validation: Maybe a script assumes a folder exists or trusting a user-supplied file path, this can cause the code to crash.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*Insecure Defaults: This can occur when code assumes security in a relaxed state not the usual environment it’s run 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*Outdated Libraries or patterns: A generated code solution may be using a pattern from 5+ years ago, that is likely irrelevant now and can contain security vulnerabilities.</a:t>
            </a:r>
            <a:br>
              <a:rPr lang="en-US" dirty="0"/>
            </a:br>
            <a:r>
              <a:rPr lang="en-US" dirty="0"/>
              <a:t>*Asking Copilot to make code secure is not a substitute for understanding the actual security requirements. </a:t>
            </a:r>
            <a:br>
              <a:rPr lang="en-US" dirty="0"/>
            </a:br>
            <a:br>
              <a:rPr lang="en-US" dirty="0"/>
            </a:br>
            <a:r>
              <a:rPr lang="fr-FR" b="0" i="0" dirty="0">
                <a:solidFill>
                  <a:srgbClr val="24364B"/>
                </a:solidFill>
                <a:effectLst/>
                <a:latin typeface="Poppins" panose="020B0502040204020203" pitchFamily="2" charset="0"/>
              </a:rPr>
              <a:t>*</a:t>
            </a:r>
            <a:r>
              <a:rPr lang="fr-FR" b="0" i="0" dirty="0" err="1">
                <a:solidFill>
                  <a:srgbClr val="24364B"/>
                </a:solidFill>
                <a:effectLst/>
                <a:latin typeface="Poppins" panose="020B0502040204020203" pitchFamily="2" charset="0"/>
              </a:rPr>
              <a:t>From</a:t>
            </a:r>
            <a:r>
              <a:rPr lang="fr-FR" b="0" i="0" dirty="0">
                <a:solidFill>
                  <a:srgbClr val="24364B"/>
                </a:solidFill>
                <a:effectLst/>
                <a:latin typeface="Poppins" panose="020B0502040204020203" pitchFamily="2" charset="0"/>
              </a:rPr>
              <a:t> the a 2025 Code Security Report, a</a:t>
            </a:r>
            <a:r>
              <a:rPr lang="en-US" dirty="0"/>
              <a:t> landmark study revealed that 45% of AI-generated code contains serious security vulnerabilities, not minor bugs that cause crashes, these are CRITICAL flaws in security that can expose private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15</a:t>
            </a:fld>
            <a:endParaRPr lang="en-US"/>
          </a:p>
        </p:txBody>
      </p:sp>
    </p:spTree>
    <p:extLst>
      <p:ext uri="{BB962C8B-B14F-4D97-AF65-F5344CB8AC3E}">
        <p14:creationId xmlns:p14="http://schemas.microsoft.com/office/powerpoint/2010/main" val="150200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Risk 3 Fluency is not evidence</a:t>
            </a:r>
            <a:br>
              <a:rPr lang="en-US" dirty="0"/>
            </a:br>
            <a:r>
              <a:rPr lang="en-US" dirty="0"/>
              <a:t>*LLMs can return confidently incorrect statements, that can only be corrected by spotting their oversight. </a:t>
            </a:r>
            <a:br>
              <a:rPr lang="en-US" dirty="0"/>
            </a:br>
            <a:r>
              <a:rPr lang="en-US" dirty="0"/>
              <a:t>*Assumptions can be made that incorrectly handle the logic you’re working with.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*People may trust a polished answer more than the evidence supports. </a:t>
            </a:r>
          </a:p>
          <a:p>
            <a:r>
              <a:rPr lang="en-US" dirty="0"/>
              <a:t>*Users own the result even when they did not write every line of code, so you must understand what the code is doing before accepting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*confirmation bias</a:t>
            </a:r>
            <a:r>
              <a:rPr lang="en-US" i="1" dirty="0"/>
              <a:t> </a:t>
            </a:r>
            <a:r>
              <a:rPr lang="en-US" dirty="0"/>
              <a:t>- people’s tendency to process information by looking for, or interpreting, information that is consistent with their existing beliefs (Encyclopedia Britannica)</a:t>
            </a:r>
            <a:br>
              <a:rPr lang="en-US" dirty="0"/>
            </a:br>
            <a:r>
              <a:rPr lang="en-US" dirty="0"/>
              <a:t>Beware of confirmation bias, the most susceptible to this are people looking for quick answers, have a strong bias on the area of interest, or are emotionally charged. This can lead to user’s defaulting to the answer they see as the desired outcome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Venn Diagram explains this as the Facts and Evidence that we are given, we usually only believe what most aligns with our existing beliefs, leading to blind spots and missing factual evidence important to the case at hand.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illustrates how quickly AI code can spiral out of control, code is easy to generate, but actually using and maintaining it is very taxing</a:t>
            </a:r>
          </a:p>
        </p:txBody>
      </p:sp>
      <p:sp>
        <p:nvSpPr>
          <p:cNvPr id="4" name="Slide Number Placeholder 3"/>
          <p:cNvSpPr>
            <a:spLocks noGrp="1"/>
          </p:cNvSpPr>
          <p:nvPr>
            <p:ph type="sldNum" sz="quarter" idx="5"/>
          </p:nvPr>
        </p:nvSpPr>
        <p:spPr/>
        <p:txBody>
          <a:bodyPr/>
          <a:lstStyle/>
          <a:p>
            <a:fld id="{DC095A20-AE35-4D29-A54E-2449C0468D60}" type="slidenum">
              <a:rPr lang="en-US" smtClean="0"/>
              <a:t>16</a:t>
            </a:fld>
            <a:endParaRPr lang="en-US"/>
          </a:p>
        </p:txBody>
      </p:sp>
    </p:spTree>
    <p:extLst>
      <p:ext uri="{BB962C8B-B14F-4D97-AF65-F5344CB8AC3E}">
        <p14:creationId xmlns:p14="http://schemas.microsoft.com/office/powerpoint/2010/main" val="2179102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Four Safe-Use Habits that can be applied to most AI use scenarios.</a:t>
            </a:r>
            <a:br>
              <a:rPr lang="en-US" dirty="0"/>
            </a:br>
            <a:r>
              <a:rPr lang="en-US" dirty="0"/>
              <a:t>1. Keeping sensitive data out protects confidentiality</a:t>
            </a:r>
          </a:p>
          <a:p>
            <a:r>
              <a:rPr lang="en-US" dirty="0"/>
              <a:t>2. Asking what assumptions the LLM has made and limiting which exist helps us stay on track</a:t>
            </a:r>
          </a:p>
          <a:p>
            <a:r>
              <a:rPr lang="en-US" dirty="0"/>
              <a:t>3. Providing clear context exposes any missing context the user can provide, ask if any is missing</a:t>
            </a:r>
          </a:p>
          <a:p>
            <a:r>
              <a:rPr lang="en-US" dirty="0"/>
              <a:t>3. Reading and understanding the result is absolutely necessary to ensure safe use.</a:t>
            </a:r>
          </a:p>
          <a:p>
            <a:r>
              <a:rPr lang="en-US" dirty="0"/>
              <a:t>4. Testing or verifying a meaningful example provides evidence the solution actually works as intended.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habits matter and will improve your results for any use of AI/LLMs</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17</a:t>
            </a:fld>
            <a:endParaRPr lang="en-US"/>
          </a:p>
        </p:txBody>
      </p:sp>
    </p:spTree>
    <p:extLst>
      <p:ext uri="{BB962C8B-B14F-4D97-AF65-F5344CB8AC3E}">
        <p14:creationId xmlns:p14="http://schemas.microsoft.com/office/powerpoint/2010/main" val="2495190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want to create a script that will merge multiple excel worksheets that are in different formats.</a:t>
            </a:r>
            <a:br>
              <a:rPr lang="en-US" dirty="0"/>
            </a:br>
            <a:r>
              <a:rPr lang="en-US" dirty="0"/>
              <a:t>Here’s an example of a prompt to create a python script, includes context, assumptions, edge cases and even suggested dependencies.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Write a Python script using pandas and </a:t>
            </a:r>
            <a:r>
              <a:rPr lang="en-US" dirty="0" err="1"/>
              <a:t>openpyxl</a:t>
            </a:r>
            <a:r>
              <a:rPr lang="en-US" dirty="0"/>
              <a:t> (dependencies or libraries for data analysis and Excel management) with a function named </a:t>
            </a:r>
            <a:r>
              <a:rPr lang="en-US" dirty="0" err="1"/>
              <a:t>merge_excel_files</a:t>
            </a:r>
            <a:r>
              <a:rPr lang="en-US" dirty="0"/>
              <a:t>(</a:t>
            </a:r>
            <a:r>
              <a:rPr lang="en-US" dirty="0" err="1"/>
              <a:t>folder_path</a:t>
            </a:r>
            <a:r>
              <a:rPr lang="en-US" dirty="0"/>
              <a:t>) (context). Read the first worksheet of each .xlsx file directly in the folder, processing files alphabetically (assumption). Require a </a:t>
            </a:r>
            <a:r>
              <a:rPr lang="en-US" dirty="0" err="1"/>
              <a:t>Cust_ID</a:t>
            </a:r>
            <a:r>
              <a:rPr lang="en-US" dirty="0"/>
              <a:t> column, rename it to Customer ID, and combine the rows. If multiple rows have the same Customer ID, keep the first encountered. Save the result as merged_customers.csv in the folder without changing the original workbooks. If no Excel files are found or a workbook is missing </a:t>
            </a:r>
            <a:r>
              <a:rPr lang="en-US" dirty="0" err="1"/>
              <a:t>Cust_ID</a:t>
            </a:r>
            <a:r>
              <a:rPr lang="en-US" dirty="0"/>
              <a:t>, stop with a clear error (edge case).</a:t>
            </a:r>
          </a:p>
        </p:txBody>
      </p:sp>
      <p:sp>
        <p:nvSpPr>
          <p:cNvPr id="4" name="Slide Number Placeholder 3"/>
          <p:cNvSpPr>
            <a:spLocks noGrp="1"/>
          </p:cNvSpPr>
          <p:nvPr>
            <p:ph type="sldNum" sz="quarter" idx="5"/>
          </p:nvPr>
        </p:nvSpPr>
        <p:spPr/>
        <p:txBody>
          <a:bodyPr/>
          <a:lstStyle/>
          <a:p>
            <a:fld id="{DC095A20-AE35-4D29-A54E-2449C0468D60}" type="slidenum">
              <a:rPr lang="en-US" smtClean="0"/>
              <a:t>18</a:t>
            </a:fld>
            <a:endParaRPr lang="en-US" dirty="0"/>
          </a:p>
        </p:txBody>
      </p:sp>
    </p:spTree>
    <p:extLst>
      <p:ext uri="{BB962C8B-B14F-4D97-AF65-F5344CB8AC3E}">
        <p14:creationId xmlns:p14="http://schemas.microsoft.com/office/powerpoint/2010/main" val="3024271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Created merge_excel_files.py. It reads the first worksheet from .xlsx files in case-insensitive alphabetical order, keeps the first row for duplicate customer IDs, and writes merged_customers.csv without modifying the workbooks. It raises a clear error if there are no workbooks or a workbook lacks </a:t>
            </a:r>
            <a:r>
              <a:rPr lang="en-US" dirty="0" err="1"/>
              <a:t>Cust_ID</a:t>
            </a:r>
            <a:r>
              <a:rPr lang="en-US" dirty="0"/>
              <a:t>.</a:t>
            </a:r>
          </a:p>
          <a:p>
            <a:r>
              <a:rPr lang="en-US" dirty="0"/>
              <a:t>Python syntax validation passed. </a:t>
            </a:r>
          </a:p>
          <a:p>
            <a:r>
              <a:rPr lang="en-US" dirty="0"/>
              <a:t>I couldn’t run the synthetic-workbook checks because pandas isn’t installed in this environment. </a:t>
            </a:r>
          </a:p>
          <a:p>
            <a:r>
              <a:rPr lang="en-US" dirty="0"/>
              <a:t>So this brings us back to the issue of Insecure Defaults, the script was created correctly but couldn’t be verified by Copilot because I need certain libraries installed to run it.</a:t>
            </a:r>
          </a:p>
          <a:p>
            <a:r>
              <a:rPr lang="en-US" dirty="0"/>
              <a:t>This is an assumption the prompt overlooked, could’ve been resolved by asking Copilot to suggest any additional assumptions to add to the prompt.</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19</a:t>
            </a:fld>
            <a:endParaRPr lang="en-US" dirty="0"/>
          </a:p>
        </p:txBody>
      </p:sp>
    </p:spTree>
    <p:extLst>
      <p:ext uri="{BB962C8B-B14F-4D97-AF65-F5344CB8AC3E}">
        <p14:creationId xmlns:p14="http://schemas.microsoft.com/office/powerpoint/2010/main" val="2560026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merge_excel_files.py combines data from Excel workbooks in a folder and saves the result as a CSV.</a:t>
            </a:r>
          </a:p>
          <a:p>
            <a:pPr>
              <a:buFont typeface="Arial" panose="020B0604020202020204" pitchFamily="34" charset="0"/>
              <a:buChar char="•"/>
            </a:pPr>
            <a:r>
              <a:rPr lang="en-US" b="1" dirty="0">
                <a:effectLst/>
              </a:rPr>
              <a:t>Input:</a:t>
            </a:r>
            <a:r>
              <a:rPr lang="en-US" dirty="0">
                <a:effectLst/>
              </a:rPr>
              <a:t> A folder path. When run directly, the script prompts for this path. It looks for .xlsx files directly inside that folder, not in subfolders.</a:t>
            </a:r>
          </a:p>
          <a:p>
            <a:pPr>
              <a:buFont typeface="Arial" panose="020B0604020202020204" pitchFamily="34" charset="0"/>
              <a:buChar char="•"/>
            </a:pPr>
            <a:r>
              <a:rPr lang="en-US" b="1" dirty="0">
                <a:effectLst/>
              </a:rPr>
              <a:t>Output:</a:t>
            </a:r>
            <a:r>
              <a:rPr lang="en-US" dirty="0">
                <a:effectLst/>
              </a:rPr>
              <a:t> A file named merged_customers.csv in the same folder. The function also returns the output file’s path.</a:t>
            </a:r>
          </a:p>
          <a:p>
            <a:r>
              <a:rPr lang="en-US" b="1" dirty="0">
                <a:effectLst/>
              </a:rPr>
              <a:t>Main steps:</a:t>
            </a:r>
            <a:endParaRPr lang="en-US" dirty="0">
              <a:effectLst/>
            </a:endParaRPr>
          </a:p>
          <a:p>
            <a:pPr>
              <a:buFont typeface="+mj-lt"/>
              <a:buAutoNum type="arabicPeriod"/>
            </a:pPr>
            <a:r>
              <a:rPr lang="en-US" dirty="0">
                <a:effectLst/>
              </a:rPr>
              <a:t>Checks that the supplied path is a directory.</a:t>
            </a:r>
          </a:p>
          <a:p>
            <a:pPr>
              <a:buFont typeface="+mj-lt"/>
              <a:buAutoNum type="arabicPeriod"/>
            </a:pPr>
            <a:r>
              <a:rPr lang="en-US" dirty="0">
                <a:effectLst/>
              </a:rPr>
              <a:t>Finds .xlsx files and sorts them by filename, ignoring capitalization for the sort.</a:t>
            </a:r>
          </a:p>
          <a:p>
            <a:pPr>
              <a:buFont typeface="+mj-lt"/>
              <a:buAutoNum type="arabicPeriod"/>
            </a:pPr>
            <a:r>
              <a:rPr lang="en-US" dirty="0">
                <a:effectLst/>
              </a:rPr>
              <a:t>Reads the first sheet of each workbook. Each sheet must have a Cust_ID column, which it renames to Customer ID.</a:t>
            </a:r>
          </a:p>
          <a:p>
            <a:pPr>
              <a:buFont typeface="+mj-lt"/>
              <a:buAutoNum type="arabicPeriod"/>
            </a:pPr>
            <a:r>
              <a:rPr lang="en-US" dirty="0">
                <a:effectLst/>
              </a:rPr>
              <a:t>Combines the sheets, then removes duplicate rows based on Customer ID, keeping the first occurrence.</a:t>
            </a:r>
          </a:p>
          <a:p>
            <a:pPr>
              <a:buFont typeface="+mj-lt"/>
              <a:buAutoNum type="arabicPeriod"/>
            </a:pPr>
            <a:r>
              <a:rPr lang="en-US" dirty="0">
                <a:effectLst/>
              </a:rPr>
              <a:t>Writes the combined data to the CSV without adding a row-number column.</a:t>
            </a:r>
          </a:p>
          <a:p>
            <a:r>
              <a:rPr lang="en-US" dirty="0">
                <a:effectLst/>
              </a:rPr>
              <a:t>If the folder is invalid, no matching workbooks are found, or a workbook lacks Cust_ID, the function raises an error. When run directly, the script displays those errors with an Error: prefix and exits.</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20</a:t>
            </a:fld>
            <a:endParaRPr lang="en-US" dirty="0"/>
          </a:p>
        </p:txBody>
      </p:sp>
    </p:spTree>
    <p:extLst>
      <p:ext uri="{BB962C8B-B14F-4D97-AF65-F5344CB8AC3E}">
        <p14:creationId xmlns:p14="http://schemas.microsoft.com/office/powerpoint/2010/main" val="21009633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Narrow the Question</a:t>
            </a:r>
            <a:br>
              <a:rPr lang="en-US" dirty="0">
                <a:effectLst/>
              </a:rPr>
            </a:br>
            <a:r>
              <a:rPr lang="en-US" dirty="0">
                <a:effectLst/>
              </a:rPr>
              <a:t>This can make the answer easier to check, asking a focused question to verify, instead of the entire script.</a:t>
            </a:r>
          </a:p>
          <a:p>
            <a:r>
              <a:rPr lang="en-US" dirty="0"/>
              <a:t>Prompt:</a:t>
            </a:r>
          </a:p>
          <a:p>
            <a:pPr algn="l"/>
            <a:r>
              <a:rPr lang="en-US" sz="1200" b="0" dirty="0">
                <a:solidFill>
                  <a:srgbClr val="FFFFFF"/>
                </a:solidFill>
                <a:latin typeface="Aptos Mono"/>
              </a:rPr>
              <a:t>What does the merge_excel_files function do when the input is empty or contains a missing field? Point to the relevant code path.</a:t>
            </a:r>
          </a:p>
          <a:p>
            <a:pPr algn="l"/>
            <a:endParaRPr lang="en-US" dirty="0">
              <a:effectLst/>
            </a:endParaRPr>
          </a:p>
          <a:p>
            <a:r>
              <a:rPr lang="en-US" dirty="0">
                <a:effectLst/>
              </a:rPr>
              <a:t>An empty folder_path is not explicitly rejected. Path("") resolves to the current working directory, and the function checks that directory at line 8. It then searches it for .xlsx files. If none are found, it raises FileNotFoundError at line 17; if files are found, it proceeds with them.</a:t>
            </a:r>
          </a:p>
          <a:p>
            <a:r>
              <a:rPr lang="en-US" dirty="0">
                <a:effectLst/>
              </a:rPr>
              <a:t>For a workbook missing the Cust_ID column, the check at line 22 raises ValueError at line 23, naming the workbook. The function stops there, before writing the merged CSV.</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21</a:t>
            </a:fld>
            <a:endParaRPr lang="en-US" dirty="0"/>
          </a:p>
        </p:txBody>
      </p:sp>
    </p:spTree>
    <p:extLst>
      <p:ext uri="{BB962C8B-B14F-4D97-AF65-F5344CB8AC3E}">
        <p14:creationId xmlns:p14="http://schemas.microsoft.com/office/powerpoint/2010/main" val="2375175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verify the explanation given how can we evaluate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Where is the claim shown? Choose one claim from the prepared answer and verify it against the code line by 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assumptions were made? Check what the answer assumes about your input or the environment it runs 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tests can be done? What inputs or examples can be used to test the claim safely in case there are issues</a:t>
            </a:r>
            <a:br>
              <a:rPr lang="en-US" dirty="0"/>
            </a:br>
            <a:r>
              <a:rPr lang="en-US" dirty="0"/>
              <a:t>Verification is how a plausible answer becomes useful understanding.</a:t>
            </a:r>
          </a:p>
          <a:p>
            <a:endParaRPr lang="en-US" dirty="0"/>
          </a:p>
        </p:txBody>
      </p:sp>
      <p:sp>
        <p:nvSpPr>
          <p:cNvPr id="4" name="Slide Number Placeholder 3"/>
          <p:cNvSpPr>
            <a:spLocks noGrp="1"/>
          </p:cNvSpPr>
          <p:nvPr>
            <p:ph type="sldNum" sz="quarter" idx="5"/>
          </p:nvPr>
        </p:nvSpPr>
        <p:spPr/>
        <p:txBody>
          <a:bodyPr/>
          <a:lstStyle/>
          <a:p>
            <a:fld id="{DC095A20-AE35-4D29-A54E-2449C0468D60}" type="slidenum">
              <a:rPr lang="en-US" smtClean="0"/>
              <a:t>22</a:t>
            </a:fld>
            <a:endParaRPr lang="en-US" dirty="0"/>
          </a:p>
        </p:txBody>
      </p:sp>
    </p:spTree>
    <p:extLst>
      <p:ext uri="{BB962C8B-B14F-4D97-AF65-F5344CB8AC3E}">
        <p14:creationId xmlns:p14="http://schemas.microsoft.com/office/powerpoint/2010/main" val="641076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would like to practice what we’ve learned today, once you get access to Copilot, find an unfamiliar sanitized file, ask for an explanation, ask a focused follow-up, verify one claim, and record an open question. Remember to not include sensitive workplace files or real institutional data. The shared sample repository is the default practice option.</a:t>
            </a:r>
          </a:p>
        </p:txBody>
      </p:sp>
      <p:sp>
        <p:nvSpPr>
          <p:cNvPr id="4" name="Slide Number Placeholder 3"/>
          <p:cNvSpPr>
            <a:spLocks noGrp="1"/>
          </p:cNvSpPr>
          <p:nvPr>
            <p:ph type="sldNum" sz="quarter" idx="5"/>
          </p:nvPr>
        </p:nvSpPr>
        <p:spPr/>
        <p:txBody>
          <a:bodyPr/>
          <a:lstStyle/>
          <a:p>
            <a:fld id="{DC095A20-AE35-4D29-A54E-2449C0468D60}" type="slidenum">
              <a:rPr lang="en-US" smtClean="0"/>
              <a:t>23</a:t>
            </a:fld>
            <a:endParaRPr lang="en-US" dirty="0"/>
          </a:p>
        </p:txBody>
      </p:sp>
    </p:spTree>
    <p:extLst>
      <p:ext uri="{BB962C8B-B14F-4D97-AF65-F5344CB8AC3E}">
        <p14:creationId xmlns:p14="http://schemas.microsoft.com/office/powerpoint/2010/main" val="3462117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 can suggest, but people must understand, verify, and decide if the solution is viable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Feel free to check out the workshop repository for the slides and materials from this workshop</a:t>
            </a:r>
          </a:p>
        </p:txBody>
      </p:sp>
      <p:sp>
        <p:nvSpPr>
          <p:cNvPr id="4" name="Slide Number Placeholder 3"/>
          <p:cNvSpPr>
            <a:spLocks noGrp="1"/>
          </p:cNvSpPr>
          <p:nvPr>
            <p:ph type="sldNum" sz="quarter" idx="5"/>
          </p:nvPr>
        </p:nvSpPr>
        <p:spPr/>
        <p:txBody>
          <a:bodyPr/>
          <a:lstStyle/>
          <a:p>
            <a:fld id="{DC095A20-AE35-4D29-A54E-2449C0468D60}" type="slidenum">
              <a:rPr lang="en-US" smtClean="0"/>
              <a:t>24</a:t>
            </a:fld>
            <a:endParaRPr lang="en-US" dirty="0"/>
          </a:p>
        </p:txBody>
      </p:sp>
    </p:spTree>
    <p:extLst>
      <p:ext uri="{BB962C8B-B14F-4D97-AF65-F5344CB8AC3E}">
        <p14:creationId xmlns:p14="http://schemas.microsoft.com/office/powerpoint/2010/main" val="4229338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2417692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067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801587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795506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4066066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47731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413768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2242629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421132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714969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2776985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87501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22681513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1734588"/>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1734588"/>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268869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3783631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3572223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9B208-2494-4206-A276-E2F026C165CC}" type="datetimeFigureOut">
              <a:rPr lang="en-US" smtClean="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47F1E-B8B8-4CB0-9BAE-2C3F21BCB654}" type="slidenum">
              <a:rPr lang="en-US" smtClean="0"/>
              <a:t>‹#›</a:t>
            </a:fld>
            <a:endParaRPr lang="en-US" dirty="0"/>
          </a:p>
        </p:txBody>
      </p:sp>
    </p:spTree>
    <p:extLst>
      <p:ext uri="{BB962C8B-B14F-4D97-AF65-F5344CB8AC3E}">
        <p14:creationId xmlns:p14="http://schemas.microsoft.com/office/powerpoint/2010/main" val="4042788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149B208-2494-4206-A276-E2F026C165CC}" type="datetimeFigureOut">
              <a:rPr lang="en-US" smtClean="0"/>
              <a:t>10/20/2026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7247F1E-B8B8-4CB0-9BAE-2C3F21BCB654}" type="slidenum">
              <a:rPr lang="en-US" smtClean="0"/>
              <a:t>‹#›</a:t>
            </a:fld>
            <a:endParaRPr lang="en-US" dirty="0"/>
          </a:p>
        </p:txBody>
      </p:sp>
    </p:spTree>
    <p:extLst>
      <p:ext uri="{BB962C8B-B14F-4D97-AF65-F5344CB8AC3E}">
        <p14:creationId xmlns:p14="http://schemas.microsoft.com/office/powerpoint/2010/main" val="14832488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github.com/mattrencher/making-sense-of-code"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hyperlink" Target="https://github.com/mattrencher/making-sense-of-code" TargetMode="External"/><Relationship Id="rId5" Type="http://schemas.openxmlformats.org/officeDocument/2006/relationships/image" Target="../media/image11.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uny.edu/sunypp/documents.cfm?doc_id=933"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mattrencher/making-sense-of-code" TargetMode="External"/><Relationship Id="rId2" Type="http://schemas.openxmlformats.org/officeDocument/2006/relationships/hyperlink" Target="https://www.suny.edu/sunypp/documents.cfm?doc_id=93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A2D5-6335-46CE-A2B6-59E46A04AA65}"/>
              </a:ext>
            </a:extLst>
          </p:cNvPr>
          <p:cNvSpPr>
            <a:spLocks noGrp="1"/>
          </p:cNvSpPr>
          <p:nvPr>
            <p:ph type="ctrTitle"/>
          </p:nvPr>
        </p:nvSpPr>
        <p:spPr>
          <a:xfrm>
            <a:off x="829490" y="599769"/>
            <a:ext cx="9792679" cy="3028334"/>
          </a:xfrm>
        </p:spPr>
        <p:txBody>
          <a:bodyPr/>
          <a:lstStyle/>
          <a:p>
            <a:r>
              <a:rPr lang="en-US" b="1" dirty="0">
                <a:solidFill>
                  <a:srgbClr val="569CD6"/>
                </a:solidFill>
                <a:effectLst/>
                <a:latin typeface="Consolas" panose="020B0609020204030204" pitchFamily="49" charset="0"/>
              </a:rPr>
              <a:t>Making Sense of Code</a:t>
            </a:r>
            <a:endParaRPr lang="en-US" dirty="0"/>
          </a:p>
        </p:txBody>
      </p:sp>
      <p:sp>
        <p:nvSpPr>
          <p:cNvPr id="3" name="Subtitle 2">
            <a:extLst>
              <a:ext uri="{FF2B5EF4-FFF2-40B4-BE49-F238E27FC236}">
                <a16:creationId xmlns:a16="http://schemas.microsoft.com/office/drawing/2014/main" id="{92FCB774-7370-44BA-8B38-578EDAF98524}"/>
              </a:ext>
            </a:extLst>
          </p:cNvPr>
          <p:cNvSpPr>
            <a:spLocks noGrp="1"/>
          </p:cNvSpPr>
          <p:nvPr>
            <p:ph type="subTitle" idx="1"/>
          </p:nvPr>
        </p:nvSpPr>
        <p:spPr>
          <a:xfrm>
            <a:off x="829490" y="4079957"/>
            <a:ext cx="8825658" cy="1452938"/>
          </a:xfrm>
        </p:spPr>
        <p:txBody>
          <a:bodyPr>
            <a:normAutofit/>
          </a:bodyPr>
          <a:lstStyle/>
          <a:p>
            <a:r>
              <a:rPr lang="en-US" dirty="0"/>
              <a:t>Use AI CODING ASSISTANTS to understand, create, and improve code for your work</a:t>
            </a:r>
          </a:p>
          <a:p>
            <a:r>
              <a:rPr lang="en-US" dirty="0"/>
              <a:t>~no programming background required~</a:t>
            </a:r>
          </a:p>
        </p:txBody>
      </p:sp>
      <p:sp>
        <p:nvSpPr>
          <p:cNvPr id="4" name="TextBox 3">
            <a:extLst>
              <a:ext uri="{FF2B5EF4-FFF2-40B4-BE49-F238E27FC236}">
                <a16:creationId xmlns:a16="http://schemas.microsoft.com/office/drawing/2014/main" id="{AA857316-5B16-4801-AF76-320E90427D14}"/>
              </a:ext>
            </a:extLst>
          </p:cNvPr>
          <p:cNvSpPr txBox="1"/>
          <p:nvPr/>
        </p:nvSpPr>
        <p:spPr>
          <a:xfrm>
            <a:off x="7652084" y="5532895"/>
            <a:ext cx="2970085" cy="369332"/>
          </a:xfrm>
          <a:prstGeom prst="rect">
            <a:avLst/>
          </a:prstGeom>
          <a:noFill/>
        </p:spPr>
        <p:txBody>
          <a:bodyPr wrap="square" rtlCol="0">
            <a:spAutoFit/>
          </a:bodyPr>
          <a:lstStyle/>
          <a:p>
            <a:r>
              <a:rPr lang="en-US" dirty="0"/>
              <a:t>Matt Rencher (ITS-EAS)</a:t>
            </a:r>
          </a:p>
        </p:txBody>
      </p:sp>
    </p:spTree>
    <p:extLst>
      <p:ext uri="{BB962C8B-B14F-4D97-AF65-F5344CB8AC3E}">
        <p14:creationId xmlns:p14="http://schemas.microsoft.com/office/powerpoint/2010/main" val="1095794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F64B-19B9-4C7D-9B9A-0506CC18D196}"/>
              </a:ext>
            </a:extLst>
          </p:cNvPr>
          <p:cNvSpPr>
            <a:spLocks noGrp="1"/>
          </p:cNvSpPr>
          <p:nvPr>
            <p:ph type="title"/>
          </p:nvPr>
        </p:nvSpPr>
        <p:spPr>
          <a:xfrm>
            <a:off x="1154955" y="1668200"/>
            <a:ext cx="8825657" cy="1915647"/>
          </a:xfrm>
        </p:spPr>
        <p:txBody>
          <a:bodyPr/>
          <a:lstStyle/>
          <a:p>
            <a:r>
              <a:rPr lang="en-US" dirty="0">
                <a:latin typeface="Consolas" panose="020B0609020204030204" pitchFamily="49" charset="0"/>
              </a:rPr>
              <a:t>AI Coding Tools:</a:t>
            </a:r>
            <a:br>
              <a:rPr lang="en-US" dirty="0">
                <a:latin typeface="Consolas" panose="020B0609020204030204" pitchFamily="49" charset="0"/>
              </a:rPr>
            </a:br>
            <a:r>
              <a:rPr lang="en-US" dirty="0">
                <a:latin typeface="Consolas" panose="020B0609020204030204" pitchFamily="49" charset="0"/>
              </a:rPr>
              <a:t>Landscape, Risks, and Code Comprehension</a:t>
            </a:r>
          </a:p>
        </p:txBody>
      </p:sp>
      <p:sp>
        <p:nvSpPr>
          <p:cNvPr id="3" name="Text Placeholder 2">
            <a:extLst>
              <a:ext uri="{FF2B5EF4-FFF2-40B4-BE49-F238E27FC236}">
                <a16:creationId xmlns:a16="http://schemas.microsoft.com/office/drawing/2014/main" id="{F4F683C2-D58A-4368-B654-3F67AE497E5F}"/>
              </a:ext>
            </a:extLst>
          </p:cNvPr>
          <p:cNvSpPr>
            <a:spLocks noGrp="1"/>
          </p:cNvSpPr>
          <p:nvPr>
            <p:ph type="body" idx="1"/>
          </p:nvPr>
        </p:nvSpPr>
        <p:spPr>
          <a:xfrm>
            <a:off x="1154955" y="3583847"/>
            <a:ext cx="8825658" cy="651269"/>
          </a:xfrm>
        </p:spPr>
        <p:txBody>
          <a:bodyPr/>
          <a:lstStyle/>
          <a:p>
            <a:r>
              <a:rPr lang="en-US" dirty="0">
                <a:latin typeface="Consolas" panose="020B0609020204030204" pitchFamily="49" charset="0"/>
              </a:rPr>
              <a:t>Session 1</a:t>
            </a:r>
            <a:endParaRPr lang="en-US" dirty="0"/>
          </a:p>
        </p:txBody>
      </p:sp>
    </p:spTree>
    <p:extLst>
      <p:ext uri="{BB962C8B-B14F-4D97-AF65-F5344CB8AC3E}">
        <p14:creationId xmlns:p14="http://schemas.microsoft.com/office/powerpoint/2010/main" val="1652170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F64B-19B9-4C7D-9B9A-0506CC18D196}"/>
              </a:ext>
            </a:extLst>
          </p:cNvPr>
          <p:cNvSpPr>
            <a:spLocks noGrp="1"/>
          </p:cNvSpPr>
          <p:nvPr>
            <p:ph type="title"/>
          </p:nvPr>
        </p:nvSpPr>
        <p:spPr>
          <a:xfrm>
            <a:off x="646111" y="452718"/>
            <a:ext cx="9756238" cy="1459972"/>
          </a:xfrm>
        </p:spPr>
        <p:txBody>
          <a:bodyPr/>
          <a:lstStyle/>
          <a:p>
            <a:r>
              <a:rPr lang="en-US" dirty="0">
                <a:latin typeface="Consolas" panose="020B0609020204030204" pitchFamily="49" charset="0"/>
              </a:rPr>
              <a:t>Who is this for</a:t>
            </a:r>
          </a:p>
        </p:txBody>
      </p:sp>
      <p:grpSp>
        <p:nvGrpSpPr>
          <p:cNvPr id="3" name="Group 2">
            <a:extLst>
              <a:ext uri="{FF2B5EF4-FFF2-40B4-BE49-F238E27FC236}">
                <a16:creationId xmlns:a16="http://schemas.microsoft.com/office/drawing/2014/main" id="{09333281-0094-48A9-B396-A7F0D2FF25AF}"/>
              </a:ext>
            </a:extLst>
          </p:cNvPr>
          <p:cNvGrpSpPr/>
          <p:nvPr/>
        </p:nvGrpSpPr>
        <p:grpSpPr>
          <a:xfrm>
            <a:off x="1781682" y="3028568"/>
            <a:ext cx="3886899" cy="2441358"/>
            <a:chOff x="1781682" y="3028568"/>
            <a:chExt cx="3886899" cy="2441358"/>
          </a:xfrm>
        </p:grpSpPr>
        <p:sp>
          <p:nvSpPr>
            <p:cNvPr id="4" name="Rectangle: Rounded Corners 3">
              <a:extLst>
                <a:ext uri="{FF2B5EF4-FFF2-40B4-BE49-F238E27FC236}">
                  <a16:creationId xmlns:a16="http://schemas.microsoft.com/office/drawing/2014/main" id="{8C24E27F-CC98-4DA7-B489-CBCAF825F8C6}"/>
                </a:ext>
              </a:extLst>
            </p:cNvPr>
            <p:cNvSpPr/>
            <p:nvPr/>
          </p:nvSpPr>
          <p:spPr>
            <a:xfrm>
              <a:off x="1781682" y="3028568"/>
              <a:ext cx="3886899" cy="1124124"/>
            </a:xfrm>
            <a:prstGeom prst="roundRect">
              <a:avLst/>
            </a:prstGeom>
            <a:solidFill>
              <a:schemeClr val="accent4"/>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You do not need to be a programmer</a:t>
              </a:r>
            </a:p>
          </p:txBody>
        </p:sp>
        <p:sp>
          <p:nvSpPr>
            <p:cNvPr id="8" name="TextBox 7">
              <a:extLst>
                <a:ext uri="{FF2B5EF4-FFF2-40B4-BE49-F238E27FC236}">
                  <a16:creationId xmlns:a16="http://schemas.microsoft.com/office/drawing/2014/main" id="{1C7BA6EF-CED7-4D78-B218-AB6C61FC34F9}"/>
                </a:ext>
              </a:extLst>
            </p:cNvPr>
            <p:cNvSpPr txBox="1"/>
            <p:nvPr/>
          </p:nvSpPr>
          <p:spPr>
            <a:xfrm>
              <a:off x="2114445" y="4269597"/>
              <a:ext cx="3221372" cy="1200329"/>
            </a:xfrm>
            <a:prstGeom prst="rect">
              <a:avLst/>
            </a:prstGeom>
            <a:noFill/>
          </p:spPr>
          <p:txBody>
            <a:bodyPr wrap="square" rtlCol="0">
              <a:spAutoFit/>
            </a:bodyPr>
            <a:lstStyle/>
            <a:p>
              <a:pPr algn="ctr"/>
              <a:r>
                <a:rPr lang="en-US" dirty="0">
                  <a:latin typeface="Consolas" panose="020B0609020204030204" pitchFamily="49" charset="0"/>
                </a:rPr>
                <a:t>No developer background is required to start asking questions about code.</a:t>
              </a:r>
            </a:p>
          </p:txBody>
        </p:sp>
      </p:grpSp>
      <p:grpSp>
        <p:nvGrpSpPr>
          <p:cNvPr id="6" name="Group 5">
            <a:extLst>
              <a:ext uri="{FF2B5EF4-FFF2-40B4-BE49-F238E27FC236}">
                <a16:creationId xmlns:a16="http://schemas.microsoft.com/office/drawing/2014/main" id="{E7D7F9E3-CFD0-42B5-86AB-EFF4D707A1CB}"/>
              </a:ext>
            </a:extLst>
          </p:cNvPr>
          <p:cNvGrpSpPr/>
          <p:nvPr/>
        </p:nvGrpSpPr>
        <p:grpSpPr>
          <a:xfrm>
            <a:off x="6254952" y="3028568"/>
            <a:ext cx="3886899" cy="2733164"/>
            <a:chOff x="6254952" y="3028568"/>
            <a:chExt cx="3886899" cy="2733164"/>
          </a:xfrm>
        </p:grpSpPr>
        <p:sp>
          <p:nvSpPr>
            <p:cNvPr id="5" name="Rectangle: Rounded Corners 4">
              <a:extLst>
                <a:ext uri="{FF2B5EF4-FFF2-40B4-BE49-F238E27FC236}">
                  <a16:creationId xmlns:a16="http://schemas.microsoft.com/office/drawing/2014/main" id="{6772DB98-104D-483E-BCEC-5A977FED6602}"/>
                </a:ext>
              </a:extLst>
            </p:cNvPr>
            <p:cNvSpPr/>
            <p:nvPr/>
          </p:nvSpPr>
          <p:spPr>
            <a:xfrm>
              <a:off x="6254952" y="3028568"/>
              <a:ext cx="3886899" cy="1124124"/>
            </a:xfrm>
            <a:prstGeom prst="roundRect">
              <a:avLst/>
            </a:prstGeom>
            <a:solidFill>
              <a:schemeClr val="accent4"/>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AI should support your knowledge and experience</a:t>
              </a:r>
            </a:p>
          </p:txBody>
        </p:sp>
        <p:sp>
          <p:nvSpPr>
            <p:cNvPr id="9" name="TextBox 8">
              <a:extLst>
                <a:ext uri="{FF2B5EF4-FFF2-40B4-BE49-F238E27FC236}">
                  <a16:creationId xmlns:a16="http://schemas.microsoft.com/office/drawing/2014/main" id="{CDE88D31-48E7-4B7F-BAA8-238DA713C069}"/>
                </a:ext>
              </a:extLst>
            </p:cNvPr>
            <p:cNvSpPr txBox="1"/>
            <p:nvPr/>
          </p:nvSpPr>
          <p:spPr>
            <a:xfrm>
              <a:off x="6587715" y="4284404"/>
              <a:ext cx="3221372" cy="1477328"/>
            </a:xfrm>
            <a:prstGeom prst="rect">
              <a:avLst/>
            </a:prstGeom>
            <a:noFill/>
          </p:spPr>
          <p:txBody>
            <a:bodyPr wrap="square" rtlCol="0">
              <a:spAutoFit/>
            </a:bodyPr>
            <a:lstStyle/>
            <a:p>
              <a:pPr algn="ctr"/>
              <a:r>
                <a:rPr lang="en-US" dirty="0">
                  <a:latin typeface="Consolas" panose="020B0609020204030204" pitchFamily="49" charset="0"/>
                </a:rPr>
                <a:t>Understand unfamiliar code, modify scripts, and explore ways to streamline routine tasks.</a:t>
              </a:r>
            </a:p>
          </p:txBody>
        </p:sp>
      </p:grpSp>
      <p:sp>
        <p:nvSpPr>
          <p:cNvPr id="7" name="TextBox 6">
            <a:extLst>
              <a:ext uri="{FF2B5EF4-FFF2-40B4-BE49-F238E27FC236}">
                <a16:creationId xmlns:a16="http://schemas.microsoft.com/office/drawing/2014/main" id="{E116B863-C330-48A6-A4D4-70F10F5630D1}"/>
              </a:ext>
            </a:extLst>
          </p:cNvPr>
          <p:cNvSpPr txBox="1"/>
          <p:nvPr/>
        </p:nvSpPr>
        <p:spPr>
          <a:xfrm>
            <a:off x="621790" y="1429430"/>
            <a:ext cx="7530318" cy="1200329"/>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onsolas" panose="020B0609020204030204" pitchFamily="49" charset="0"/>
              </a:rPr>
              <a:t>University Professionals/Faculty/Staff</a:t>
            </a:r>
          </a:p>
          <a:p>
            <a:pPr marL="342900" indent="-342900">
              <a:buFont typeface="Wingdings" panose="05000000000000000000" pitchFamily="2" charset="2"/>
              <a:buChar char="Ø"/>
            </a:pPr>
            <a:r>
              <a:rPr lang="en-US" sz="2400" dirty="0">
                <a:latin typeface="Consolas" panose="020B0609020204030204" pitchFamily="49" charset="0"/>
              </a:rPr>
              <a:t>Students</a:t>
            </a:r>
          </a:p>
          <a:p>
            <a:pPr marL="342900" indent="-342900">
              <a:buFont typeface="Wingdings" panose="05000000000000000000" pitchFamily="2" charset="2"/>
              <a:buChar char="Ø"/>
            </a:pPr>
            <a:r>
              <a:rPr lang="en-US" sz="2400" dirty="0">
                <a:latin typeface="Consolas" panose="020B0609020204030204" pitchFamily="49" charset="0"/>
              </a:rPr>
              <a:t>ITS Staff</a:t>
            </a:r>
          </a:p>
        </p:txBody>
      </p:sp>
    </p:spTree>
    <p:extLst>
      <p:ext uri="{BB962C8B-B14F-4D97-AF65-F5344CB8AC3E}">
        <p14:creationId xmlns:p14="http://schemas.microsoft.com/office/powerpoint/2010/main" val="167505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F419CE-1614-4A3B-8263-947BDD9B5998}"/>
              </a:ext>
            </a:extLst>
          </p:cNvPr>
          <p:cNvPicPr>
            <a:picLocks noChangeAspect="1"/>
          </p:cNvPicPr>
          <p:nvPr/>
        </p:nvPicPr>
        <p:blipFill rotWithShape="1">
          <a:blip r:embed="rId3">
            <a:extLst>
              <a:ext uri="{28A0092B-C50C-407E-A947-70E740481C1C}">
                <a14:useLocalDpi xmlns:a14="http://schemas.microsoft.com/office/drawing/2010/main" val="0"/>
              </a:ext>
            </a:extLst>
          </a:blip>
          <a:srcRect l="195" t="8387" r="-195" b="5742"/>
          <a:stretch/>
        </p:blipFill>
        <p:spPr>
          <a:xfrm>
            <a:off x="3921813" y="3971924"/>
            <a:ext cx="4894323" cy="2608022"/>
          </a:xfrm>
          <a:prstGeom prst="rect">
            <a:avLst/>
          </a:prstGeom>
        </p:spPr>
      </p:pic>
      <p:pic>
        <p:nvPicPr>
          <p:cNvPr id="11" name="Picture 10">
            <a:extLst>
              <a:ext uri="{FF2B5EF4-FFF2-40B4-BE49-F238E27FC236}">
                <a16:creationId xmlns:a16="http://schemas.microsoft.com/office/drawing/2014/main" id="{FC48874D-02C6-4AC6-A796-7B3E181AA0AC}"/>
              </a:ext>
            </a:extLst>
          </p:cNvPr>
          <p:cNvPicPr>
            <a:picLocks noChangeAspect="1"/>
          </p:cNvPicPr>
          <p:nvPr/>
        </p:nvPicPr>
        <p:blipFill rotWithShape="1">
          <a:blip r:embed="rId4">
            <a:extLst>
              <a:ext uri="{28A0092B-C50C-407E-A947-70E740481C1C}">
                <a14:useLocalDpi xmlns:a14="http://schemas.microsoft.com/office/drawing/2010/main" val="0"/>
              </a:ext>
            </a:extLst>
          </a:blip>
          <a:srcRect l="6231" t="9707" r="7814"/>
          <a:stretch/>
        </p:blipFill>
        <p:spPr>
          <a:xfrm>
            <a:off x="752475" y="3971924"/>
            <a:ext cx="3248025" cy="2527693"/>
          </a:xfrm>
          <a:prstGeom prst="rect">
            <a:avLst/>
          </a:prstGeom>
        </p:spPr>
      </p:pic>
      <p:sp>
        <p:nvSpPr>
          <p:cNvPr id="2" name="Title 1">
            <a:extLst>
              <a:ext uri="{FF2B5EF4-FFF2-40B4-BE49-F238E27FC236}">
                <a16:creationId xmlns:a16="http://schemas.microsoft.com/office/drawing/2014/main" id="{C8734B39-848C-4167-88E4-2F13198FAF0E}"/>
              </a:ext>
            </a:extLst>
          </p:cNvPr>
          <p:cNvSpPr>
            <a:spLocks noGrp="1"/>
          </p:cNvSpPr>
          <p:nvPr>
            <p:ph type="title"/>
          </p:nvPr>
        </p:nvSpPr>
        <p:spPr/>
        <p:txBody>
          <a:bodyPr/>
          <a:lstStyle/>
          <a:p>
            <a:r>
              <a:rPr lang="en-US" dirty="0"/>
              <a:t>Who am I… Matt Rencher</a:t>
            </a:r>
          </a:p>
        </p:txBody>
      </p:sp>
      <p:sp>
        <p:nvSpPr>
          <p:cNvPr id="3" name="Content Placeholder 2">
            <a:extLst>
              <a:ext uri="{FF2B5EF4-FFF2-40B4-BE49-F238E27FC236}">
                <a16:creationId xmlns:a16="http://schemas.microsoft.com/office/drawing/2014/main" id="{EB7C2125-2133-42C4-9893-9E1A8BC4B161}"/>
              </a:ext>
            </a:extLst>
          </p:cNvPr>
          <p:cNvSpPr>
            <a:spLocks noGrp="1"/>
          </p:cNvSpPr>
          <p:nvPr>
            <p:ph idx="1"/>
          </p:nvPr>
        </p:nvSpPr>
        <p:spPr>
          <a:xfrm>
            <a:off x="646111" y="1331259"/>
            <a:ext cx="7538899" cy="4195481"/>
          </a:xfrm>
          <a:effectLst/>
        </p:spPr>
        <p:txBody>
          <a:bodyPr>
            <a:normAutofit/>
          </a:bodyPr>
          <a:lstStyle/>
          <a:p>
            <a:r>
              <a:rPr lang="en-US" sz="1600" dirty="0"/>
              <a:t>Programmer/Analyst at SUNY Old Westbury ITS-EAS</a:t>
            </a:r>
          </a:p>
          <a:p>
            <a:r>
              <a:rPr lang="en-US" sz="1600" dirty="0"/>
              <a:t>Previously worked in the AR/VR industry, designing software and developing AR experiences</a:t>
            </a:r>
          </a:p>
          <a:p>
            <a:r>
              <a:rPr lang="en-US" sz="1600" dirty="0"/>
              <a:t>Trained </a:t>
            </a:r>
            <a:r>
              <a:rPr lang="en-US" sz="1600" dirty="0" err="1"/>
              <a:t>LoRA</a:t>
            </a:r>
            <a:r>
              <a:rPr lang="en-US" sz="1600" dirty="0"/>
              <a:t> AI models and built software for an AI fashion photography product</a:t>
            </a:r>
          </a:p>
          <a:p>
            <a:r>
              <a:rPr lang="en-US" sz="1600" dirty="0"/>
              <a:t>Run a small 3D printing and design business</a:t>
            </a:r>
          </a:p>
          <a:p>
            <a:r>
              <a:rPr lang="en-US" sz="1600" dirty="0"/>
              <a:t>Attended the first Formula-E grand prix in Brooklyn 2017</a:t>
            </a:r>
          </a:p>
          <a:p>
            <a:r>
              <a:rPr lang="en-US" sz="1600" dirty="0">
                <a:hlinkClick r:id="rId5"/>
              </a:rPr>
              <a:t>https://github.com/mattrencher</a:t>
            </a:r>
            <a:endParaRPr lang="en-US" sz="1600" dirty="0"/>
          </a:p>
        </p:txBody>
      </p:sp>
      <p:pic>
        <p:nvPicPr>
          <p:cNvPr id="9" name="Picture 8">
            <a:extLst>
              <a:ext uri="{FF2B5EF4-FFF2-40B4-BE49-F238E27FC236}">
                <a16:creationId xmlns:a16="http://schemas.microsoft.com/office/drawing/2014/main" id="{E2BE24FA-BA54-494D-8D7C-39BAC6E03F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3460" y="390423"/>
            <a:ext cx="2807609" cy="4991306"/>
          </a:xfrm>
          <a:prstGeom prst="rect">
            <a:avLst/>
          </a:prstGeom>
        </p:spPr>
      </p:pic>
    </p:spTree>
    <p:extLst>
      <p:ext uri="{BB962C8B-B14F-4D97-AF65-F5344CB8AC3E}">
        <p14:creationId xmlns:p14="http://schemas.microsoft.com/office/powerpoint/2010/main" val="48593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CBF494-F999-49E9-A406-11E950793F0E}"/>
              </a:ext>
            </a:extLst>
          </p:cNvPr>
          <p:cNvSpPr>
            <a:spLocks noGrp="1"/>
          </p:cNvSpPr>
          <p:nvPr>
            <p:ph type="title"/>
          </p:nvPr>
        </p:nvSpPr>
        <p:spPr/>
        <p:txBody>
          <a:bodyPr/>
          <a:lstStyle/>
          <a:p>
            <a:r>
              <a:rPr lang="en-US" dirty="0"/>
              <a:t>The Three Sessions Overview</a:t>
            </a:r>
          </a:p>
        </p:txBody>
      </p:sp>
      <p:sp>
        <p:nvSpPr>
          <p:cNvPr id="15" name="Text Placeholder 14">
            <a:extLst>
              <a:ext uri="{FF2B5EF4-FFF2-40B4-BE49-F238E27FC236}">
                <a16:creationId xmlns:a16="http://schemas.microsoft.com/office/drawing/2014/main" id="{ED9EC20B-D2CB-4AC9-8096-CBEAF8101863}"/>
              </a:ext>
            </a:extLst>
          </p:cNvPr>
          <p:cNvSpPr>
            <a:spLocks noGrp="1"/>
          </p:cNvSpPr>
          <p:nvPr>
            <p:ph type="body" idx="1"/>
          </p:nvPr>
        </p:nvSpPr>
        <p:spPr>
          <a:xfrm>
            <a:off x="632947" y="1769442"/>
            <a:ext cx="2946866" cy="340680"/>
          </a:xfrm>
        </p:spPr>
        <p:txBody>
          <a:bodyPr/>
          <a:lstStyle/>
          <a:p>
            <a:pPr algn="ctr"/>
            <a:r>
              <a:rPr lang="en-US" dirty="0"/>
              <a:t>Understand</a:t>
            </a:r>
          </a:p>
        </p:txBody>
      </p:sp>
      <p:sp>
        <p:nvSpPr>
          <p:cNvPr id="18" name="Text Placeholder 17">
            <a:extLst>
              <a:ext uri="{FF2B5EF4-FFF2-40B4-BE49-F238E27FC236}">
                <a16:creationId xmlns:a16="http://schemas.microsoft.com/office/drawing/2014/main" id="{D3F88778-D4C2-4146-A2EF-C08779F2A617}"/>
              </a:ext>
            </a:extLst>
          </p:cNvPr>
          <p:cNvSpPr>
            <a:spLocks noGrp="1"/>
          </p:cNvSpPr>
          <p:nvPr>
            <p:ph type="body" sz="quarter" idx="15"/>
          </p:nvPr>
        </p:nvSpPr>
        <p:spPr>
          <a:xfrm>
            <a:off x="652463" y="2243492"/>
            <a:ext cx="2927350" cy="2121976"/>
          </a:xfrm>
        </p:spPr>
        <p:txBody>
          <a:bodyPr/>
          <a:lstStyle/>
          <a:p>
            <a:pPr algn="ctr"/>
            <a:r>
              <a:rPr lang="en-US" dirty="0"/>
              <a:t>AI coding tools, risks, and how to approach unfamiliar code</a:t>
            </a:r>
          </a:p>
        </p:txBody>
      </p:sp>
      <p:sp>
        <p:nvSpPr>
          <p:cNvPr id="17" name="Text Placeholder 16">
            <a:extLst>
              <a:ext uri="{FF2B5EF4-FFF2-40B4-BE49-F238E27FC236}">
                <a16:creationId xmlns:a16="http://schemas.microsoft.com/office/drawing/2014/main" id="{23DD6446-A7EF-41C1-8402-F86762AF9718}"/>
              </a:ext>
            </a:extLst>
          </p:cNvPr>
          <p:cNvSpPr>
            <a:spLocks noGrp="1"/>
          </p:cNvSpPr>
          <p:nvPr>
            <p:ph type="body" sz="half" idx="13"/>
          </p:nvPr>
        </p:nvSpPr>
        <p:spPr>
          <a:xfrm>
            <a:off x="7124700" y="1769442"/>
            <a:ext cx="2932113" cy="340680"/>
          </a:xfrm>
        </p:spPr>
        <p:txBody>
          <a:bodyPr/>
          <a:lstStyle/>
          <a:p>
            <a:pPr algn="ctr"/>
            <a:r>
              <a:rPr lang="en-US" dirty="0"/>
              <a:t>Validate</a:t>
            </a:r>
          </a:p>
        </p:txBody>
      </p:sp>
      <p:sp>
        <p:nvSpPr>
          <p:cNvPr id="16" name="Text Placeholder 15">
            <a:extLst>
              <a:ext uri="{FF2B5EF4-FFF2-40B4-BE49-F238E27FC236}">
                <a16:creationId xmlns:a16="http://schemas.microsoft.com/office/drawing/2014/main" id="{92523B54-8D03-4429-91BE-1B208CB53318}"/>
              </a:ext>
            </a:extLst>
          </p:cNvPr>
          <p:cNvSpPr>
            <a:spLocks noGrp="1"/>
          </p:cNvSpPr>
          <p:nvPr>
            <p:ph type="body" sz="quarter" idx="3"/>
          </p:nvPr>
        </p:nvSpPr>
        <p:spPr>
          <a:xfrm>
            <a:off x="3883659" y="1769442"/>
            <a:ext cx="2936241" cy="340680"/>
          </a:xfrm>
        </p:spPr>
        <p:txBody>
          <a:bodyPr/>
          <a:lstStyle/>
          <a:p>
            <a:pPr algn="ctr"/>
            <a:r>
              <a:rPr lang="en-US" dirty="0"/>
              <a:t>Generate</a:t>
            </a:r>
          </a:p>
        </p:txBody>
      </p:sp>
      <p:sp>
        <p:nvSpPr>
          <p:cNvPr id="20" name="Text Placeholder 19">
            <a:extLst>
              <a:ext uri="{FF2B5EF4-FFF2-40B4-BE49-F238E27FC236}">
                <a16:creationId xmlns:a16="http://schemas.microsoft.com/office/drawing/2014/main" id="{781D6E6C-2D13-4BBD-B08B-F816BC49C57D}"/>
              </a:ext>
            </a:extLst>
          </p:cNvPr>
          <p:cNvSpPr>
            <a:spLocks noGrp="1"/>
          </p:cNvSpPr>
          <p:nvPr>
            <p:ph type="body" sz="half" idx="17"/>
          </p:nvPr>
        </p:nvSpPr>
        <p:spPr>
          <a:xfrm>
            <a:off x="7124700" y="2243492"/>
            <a:ext cx="2932113" cy="2121976"/>
          </a:xfrm>
        </p:spPr>
        <p:txBody>
          <a:bodyPr/>
          <a:lstStyle/>
          <a:p>
            <a:pPr algn="ctr"/>
            <a:r>
              <a:rPr lang="en-US" dirty="0"/>
              <a:t>Refactoring, review, and safe decisions</a:t>
            </a:r>
          </a:p>
        </p:txBody>
      </p:sp>
      <p:sp>
        <p:nvSpPr>
          <p:cNvPr id="19" name="Text Placeholder 18">
            <a:extLst>
              <a:ext uri="{FF2B5EF4-FFF2-40B4-BE49-F238E27FC236}">
                <a16:creationId xmlns:a16="http://schemas.microsoft.com/office/drawing/2014/main" id="{4A36D2E4-4145-4726-9F53-3F2077AF9B6D}"/>
              </a:ext>
            </a:extLst>
          </p:cNvPr>
          <p:cNvSpPr>
            <a:spLocks noGrp="1"/>
          </p:cNvSpPr>
          <p:nvPr>
            <p:ph type="body" sz="half" idx="16"/>
          </p:nvPr>
        </p:nvSpPr>
        <p:spPr>
          <a:xfrm>
            <a:off x="3873106" y="2243492"/>
            <a:ext cx="2946794" cy="2121976"/>
          </a:xfrm>
        </p:spPr>
        <p:txBody>
          <a:bodyPr/>
          <a:lstStyle/>
          <a:p>
            <a:pPr algn="ctr"/>
            <a:r>
              <a:rPr lang="en-US" dirty="0"/>
              <a:t>Clear detailed prompts and thoughtful comparison</a:t>
            </a:r>
          </a:p>
        </p:txBody>
      </p:sp>
      <p:pic>
        <p:nvPicPr>
          <p:cNvPr id="1026" name="Picture 2" descr="AI coding toolS: Which one do you need?">
            <a:extLst>
              <a:ext uri="{FF2B5EF4-FFF2-40B4-BE49-F238E27FC236}">
                <a16:creationId xmlns:a16="http://schemas.microsoft.com/office/drawing/2014/main" id="{4FE37039-7801-41E9-8A55-BFBD2E9FD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964" y="3188593"/>
            <a:ext cx="2572832" cy="257283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0 AI Coding Tools That Actually Make Programming Easier">
            <a:extLst>
              <a:ext uri="{FF2B5EF4-FFF2-40B4-BE49-F238E27FC236}">
                <a16:creationId xmlns:a16="http://schemas.microsoft.com/office/drawing/2014/main" id="{D595B7FB-5D3F-469C-8F3F-0694959DC2B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158" t="1" r="12656" b="1"/>
          <a:stretch/>
        </p:blipFill>
        <p:spPr bwMode="auto">
          <a:xfrm>
            <a:off x="3972332" y="3188593"/>
            <a:ext cx="2572832" cy="257283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45FC898-3B5A-4D62-A52C-6A8C1A007BE1}"/>
              </a:ext>
            </a:extLst>
          </p:cNvPr>
          <p:cNvPicPr>
            <a:picLocks noChangeAspect="1"/>
          </p:cNvPicPr>
          <p:nvPr/>
        </p:nvPicPr>
        <p:blipFill rotWithShape="1">
          <a:blip r:embed="rId5"/>
          <a:srcRect l="3087" t="3087" r="3087" b="3087"/>
          <a:stretch/>
        </p:blipFill>
        <p:spPr>
          <a:xfrm>
            <a:off x="7399436" y="3188592"/>
            <a:ext cx="2336444" cy="2476727"/>
          </a:xfrm>
          <a:prstGeom prst="rect">
            <a:avLst/>
          </a:prstGeom>
        </p:spPr>
      </p:pic>
      <p:sp>
        <p:nvSpPr>
          <p:cNvPr id="3" name="TextBox 2">
            <a:extLst>
              <a:ext uri="{FF2B5EF4-FFF2-40B4-BE49-F238E27FC236}">
                <a16:creationId xmlns:a16="http://schemas.microsoft.com/office/drawing/2014/main" id="{28B319F7-4D0B-418E-8ACD-E363E4513412}"/>
              </a:ext>
            </a:extLst>
          </p:cNvPr>
          <p:cNvSpPr txBox="1"/>
          <p:nvPr/>
        </p:nvSpPr>
        <p:spPr>
          <a:xfrm>
            <a:off x="4870383" y="5970360"/>
            <a:ext cx="6593305" cy="369332"/>
          </a:xfrm>
          <a:prstGeom prst="rect">
            <a:avLst/>
          </a:prstGeom>
          <a:noFill/>
        </p:spPr>
        <p:txBody>
          <a:bodyPr wrap="square" rtlCol="0">
            <a:spAutoFit/>
          </a:bodyPr>
          <a:lstStyle/>
          <a:p>
            <a:r>
              <a:rPr lang="en-US" dirty="0">
                <a:hlinkClick r:id="rId6"/>
              </a:rPr>
              <a:t>https://github.com/mattrencher/making-sense-of-code</a:t>
            </a:r>
            <a:endParaRPr lang="en-US" dirty="0"/>
          </a:p>
        </p:txBody>
      </p:sp>
    </p:spTree>
    <p:extLst>
      <p:ext uri="{BB962C8B-B14F-4D97-AF65-F5344CB8AC3E}">
        <p14:creationId xmlns:p14="http://schemas.microsoft.com/office/powerpoint/2010/main" val="174113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8" grpId="0" build="p"/>
      <p:bldP spid="17" grpId="0" build="p"/>
      <p:bldP spid="16" grpId="0" build="p"/>
      <p:bldP spid="20" grpId="0" build="p"/>
      <p:bldP spid="19" grpId="0" build="p"/>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D849807-8C88-464E-AC5E-7F83B8FEF88E}"/>
              </a:ext>
            </a:extLst>
          </p:cNvPr>
          <p:cNvSpPr>
            <a:spLocks noGrp="1"/>
          </p:cNvSpPr>
          <p:nvPr>
            <p:ph type="title"/>
          </p:nvPr>
        </p:nvSpPr>
        <p:spPr/>
        <p:txBody>
          <a:bodyPr/>
          <a:lstStyle/>
          <a:p>
            <a:r>
              <a:rPr lang="en-US" dirty="0"/>
              <a:t>Today we will…</a:t>
            </a:r>
          </a:p>
        </p:txBody>
      </p:sp>
      <p:sp>
        <p:nvSpPr>
          <p:cNvPr id="10" name="Content Placeholder 9">
            <a:extLst>
              <a:ext uri="{FF2B5EF4-FFF2-40B4-BE49-F238E27FC236}">
                <a16:creationId xmlns:a16="http://schemas.microsoft.com/office/drawing/2014/main" id="{D27950F1-085D-476D-A733-3DD71AD75899}"/>
              </a:ext>
            </a:extLst>
          </p:cNvPr>
          <p:cNvSpPr>
            <a:spLocks noGrp="1"/>
          </p:cNvSpPr>
          <p:nvPr>
            <p:ph idx="1"/>
          </p:nvPr>
        </p:nvSpPr>
        <p:spPr/>
        <p:txBody>
          <a:bodyPr>
            <a:normAutofit/>
          </a:bodyPr>
          <a:lstStyle/>
          <a:p>
            <a:r>
              <a:rPr lang="en-US" sz="2800" dirty="0"/>
              <a:t>Understand what AI coding assistants do</a:t>
            </a:r>
          </a:p>
          <a:p>
            <a:r>
              <a:rPr lang="en-US" sz="2800" dirty="0"/>
              <a:t>Identify important risks and safe-use practices</a:t>
            </a:r>
          </a:p>
          <a:p>
            <a:r>
              <a:rPr lang="en-US" sz="2800" dirty="0"/>
              <a:t>Follow a Copilot Chat example</a:t>
            </a:r>
          </a:p>
          <a:p>
            <a:r>
              <a:rPr lang="en-US" sz="2800" dirty="0"/>
              <a:t>Verify an AI-generated explanation against the source</a:t>
            </a:r>
          </a:p>
          <a:p>
            <a:r>
              <a:rPr lang="en-US" sz="2800" dirty="0"/>
              <a:t>Learn to use the tool reliably without surrendering judgement</a:t>
            </a:r>
          </a:p>
        </p:txBody>
      </p:sp>
    </p:spTree>
    <p:extLst>
      <p:ext uri="{BB962C8B-B14F-4D97-AF65-F5344CB8AC3E}">
        <p14:creationId xmlns:p14="http://schemas.microsoft.com/office/powerpoint/2010/main" val="68420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582FB-5242-4911-91E8-FFDA752C1977}"/>
              </a:ext>
            </a:extLst>
          </p:cNvPr>
          <p:cNvSpPr>
            <a:spLocks noGrp="1"/>
          </p:cNvSpPr>
          <p:nvPr>
            <p:ph type="title"/>
          </p:nvPr>
        </p:nvSpPr>
        <p:spPr/>
        <p:txBody>
          <a:bodyPr/>
          <a:lstStyle/>
          <a:p>
            <a:r>
              <a:rPr lang="en-US" dirty="0"/>
              <a:t>How is AI used with code?</a:t>
            </a:r>
          </a:p>
        </p:txBody>
      </p:sp>
      <p:sp>
        <p:nvSpPr>
          <p:cNvPr id="3" name="Content Placeholder 2">
            <a:extLst>
              <a:ext uri="{FF2B5EF4-FFF2-40B4-BE49-F238E27FC236}">
                <a16:creationId xmlns:a16="http://schemas.microsoft.com/office/drawing/2014/main" id="{2C0DE1B7-D3D3-4FEB-A0E1-77499B46082B}"/>
              </a:ext>
            </a:extLst>
          </p:cNvPr>
          <p:cNvSpPr>
            <a:spLocks noGrp="1"/>
          </p:cNvSpPr>
          <p:nvPr>
            <p:ph idx="1"/>
          </p:nvPr>
        </p:nvSpPr>
        <p:spPr>
          <a:xfrm>
            <a:off x="1103313" y="2052918"/>
            <a:ext cx="7107238" cy="4195481"/>
          </a:xfrm>
        </p:spPr>
        <p:txBody>
          <a:bodyPr>
            <a:normAutofit/>
          </a:bodyPr>
          <a:lstStyle/>
          <a:p>
            <a:r>
              <a:rPr lang="en-US" sz="2400" dirty="0"/>
              <a:t>What tools do you use?</a:t>
            </a:r>
          </a:p>
          <a:p>
            <a:pPr lvl="1"/>
            <a:r>
              <a:rPr lang="en-US" sz="2400" dirty="0"/>
              <a:t>Browser LLMs </a:t>
            </a:r>
            <a:r>
              <a:rPr lang="en-US" dirty="0"/>
              <a:t>(</a:t>
            </a:r>
            <a:r>
              <a:rPr lang="en-US" dirty="0" err="1"/>
              <a:t>chatgpt</a:t>
            </a:r>
            <a:r>
              <a:rPr lang="en-US" dirty="0"/>
              <a:t>, </a:t>
            </a:r>
            <a:r>
              <a:rPr lang="en-US" dirty="0" err="1"/>
              <a:t>claude</a:t>
            </a:r>
            <a:r>
              <a:rPr lang="en-US" dirty="0"/>
              <a:t>, </a:t>
            </a:r>
            <a:r>
              <a:rPr lang="en-US" dirty="0" err="1"/>
              <a:t>gemini</a:t>
            </a:r>
            <a:r>
              <a:rPr lang="en-US" dirty="0"/>
              <a:t>)</a:t>
            </a:r>
          </a:p>
          <a:p>
            <a:pPr lvl="1"/>
            <a:r>
              <a:rPr lang="en-US" sz="2400" dirty="0"/>
              <a:t>Coding Assistant </a:t>
            </a:r>
            <a:r>
              <a:rPr lang="en-US" dirty="0"/>
              <a:t>(copilot, </a:t>
            </a:r>
            <a:r>
              <a:rPr lang="en-US" dirty="0" err="1"/>
              <a:t>claude</a:t>
            </a:r>
            <a:r>
              <a:rPr lang="en-US" dirty="0"/>
              <a:t> code)</a:t>
            </a:r>
          </a:p>
          <a:p>
            <a:pPr lvl="1"/>
            <a:r>
              <a:rPr lang="en-US" sz="2400" dirty="0"/>
              <a:t>Agents</a:t>
            </a:r>
          </a:p>
          <a:p>
            <a:r>
              <a:rPr lang="en-US" sz="2400" dirty="0"/>
              <a:t>How do you use those tools?</a:t>
            </a:r>
            <a:endParaRPr lang="en-US" sz="2200" dirty="0"/>
          </a:p>
          <a:p>
            <a:r>
              <a:rPr lang="en-US" sz="2400" dirty="0"/>
              <a:t>How well do you trust the responses?</a:t>
            </a:r>
          </a:p>
        </p:txBody>
      </p:sp>
      <p:pic>
        <p:nvPicPr>
          <p:cNvPr id="5" name="Picture 4">
            <a:extLst>
              <a:ext uri="{FF2B5EF4-FFF2-40B4-BE49-F238E27FC236}">
                <a16:creationId xmlns:a16="http://schemas.microsoft.com/office/drawing/2014/main" id="{4C11A81A-692D-47CF-AAB0-71E0C2826DFD}"/>
              </a:ext>
            </a:extLst>
          </p:cNvPr>
          <p:cNvPicPr>
            <a:picLocks noChangeAspect="1"/>
          </p:cNvPicPr>
          <p:nvPr/>
        </p:nvPicPr>
        <p:blipFill>
          <a:blip r:embed="rId3"/>
          <a:stretch>
            <a:fillRect/>
          </a:stretch>
        </p:blipFill>
        <p:spPr>
          <a:xfrm>
            <a:off x="8041916" y="1981200"/>
            <a:ext cx="3821683" cy="3857624"/>
          </a:xfrm>
          <a:prstGeom prst="rect">
            <a:avLst/>
          </a:prstGeom>
        </p:spPr>
      </p:pic>
    </p:spTree>
    <p:extLst>
      <p:ext uri="{BB962C8B-B14F-4D97-AF65-F5344CB8AC3E}">
        <p14:creationId xmlns:p14="http://schemas.microsoft.com/office/powerpoint/2010/main" val="306563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I Training Data: Garbage In, Gospel Out">
            <a:extLst>
              <a:ext uri="{FF2B5EF4-FFF2-40B4-BE49-F238E27FC236}">
                <a16:creationId xmlns:a16="http://schemas.microsoft.com/office/drawing/2014/main" id="{B30EAB29-3DC8-47C0-9D55-5DE34718E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6871" y="2339288"/>
            <a:ext cx="3614670" cy="361467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B54111-0332-470C-B73C-7B5E0CFC10A4}"/>
              </a:ext>
            </a:extLst>
          </p:cNvPr>
          <p:cNvSpPr>
            <a:spLocks noGrp="1"/>
          </p:cNvSpPr>
          <p:nvPr>
            <p:ph type="title"/>
          </p:nvPr>
        </p:nvSpPr>
        <p:spPr/>
        <p:txBody>
          <a:bodyPr/>
          <a:lstStyle/>
          <a:p>
            <a:r>
              <a:rPr lang="en-US" dirty="0"/>
              <a:t>What are AI Coding Assistants</a:t>
            </a:r>
          </a:p>
        </p:txBody>
      </p:sp>
      <p:sp>
        <p:nvSpPr>
          <p:cNvPr id="3" name="Content Placeholder 2">
            <a:extLst>
              <a:ext uri="{FF2B5EF4-FFF2-40B4-BE49-F238E27FC236}">
                <a16:creationId xmlns:a16="http://schemas.microsoft.com/office/drawing/2014/main" id="{EF1900BA-DFC3-4A98-8AD3-CD6E4F2DB224}"/>
              </a:ext>
            </a:extLst>
          </p:cNvPr>
          <p:cNvSpPr>
            <a:spLocks noGrp="1"/>
          </p:cNvSpPr>
          <p:nvPr>
            <p:ph idx="1"/>
          </p:nvPr>
        </p:nvSpPr>
        <p:spPr>
          <a:xfrm>
            <a:off x="1103312" y="1635911"/>
            <a:ext cx="7370837" cy="4423925"/>
          </a:xfrm>
        </p:spPr>
        <p:txBody>
          <a:bodyPr>
            <a:normAutofit/>
          </a:bodyPr>
          <a:lstStyle/>
          <a:p>
            <a:r>
              <a:rPr lang="en-US" dirty="0"/>
              <a:t>Software tools powered by LLMs (Large Language Models)</a:t>
            </a:r>
          </a:p>
          <a:p>
            <a:r>
              <a:rPr lang="en-US" dirty="0"/>
              <a:t>Integrate into development environments (IDEs)</a:t>
            </a:r>
          </a:p>
          <a:p>
            <a:r>
              <a:rPr lang="en-US" dirty="0"/>
              <a:t>Analyze and read open files, directory structures, and terminal outputs (CLI)</a:t>
            </a:r>
          </a:p>
          <a:p>
            <a:r>
              <a:rPr lang="en-US" dirty="0"/>
              <a:t>Accept prompts in text and file formats</a:t>
            </a:r>
          </a:p>
          <a:p>
            <a:r>
              <a:rPr lang="en-US" dirty="0"/>
              <a:t>Trained on learned patterns from large amounts of text and code</a:t>
            </a:r>
          </a:p>
          <a:p>
            <a:r>
              <a:rPr lang="en-US" dirty="0"/>
              <a:t>Human-in-the-loop workflow</a:t>
            </a:r>
          </a:p>
          <a:p>
            <a:pPr lvl="1"/>
            <a:r>
              <a:rPr lang="en-US" dirty="0"/>
              <a:t>Prompt &gt;&gt; Review changes &gt;&gt; Approve</a:t>
            </a:r>
          </a:p>
          <a:p>
            <a:endParaRPr lang="en-US" dirty="0"/>
          </a:p>
        </p:txBody>
      </p:sp>
    </p:spTree>
    <p:extLst>
      <p:ext uri="{BB962C8B-B14F-4D97-AF65-F5344CB8AC3E}">
        <p14:creationId xmlns:p14="http://schemas.microsoft.com/office/powerpoint/2010/main" val="296471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4111-0332-470C-B73C-7B5E0CFC10A4}"/>
              </a:ext>
            </a:extLst>
          </p:cNvPr>
          <p:cNvSpPr>
            <a:spLocks noGrp="1"/>
          </p:cNvSpPr>
          <p:nvPr>
            <p:ph type="title"/>
          </p:nvPr>
        </p:nvSpPr>
        <p:spPr/>
        <p:txBody>
          <a:bodyPr/>
          <a:lstStyle/>
          <a:p>
            <a:r>
              <a:rPr lang="en-US" dirty="0"/>
              <a:t>What is Github Copilot?</a:t>
            </a:r>
          </a:p>
        </p:txBody>
      </p:sp>
      <p:sp>
        <p:nvSpPr>
          <p:cNvPr id="3" name="Content Placeholder 2">
            <a:extLst>
              <a:ext uri="{FF2B5EF4-FFF2-40B4-BE49-F238E27FC236}">
                <a16:creationId xmlns:a16="http://schemas.microsoft.com/office/drawing/2014/main" id="{EF1900BA-DFC3-4A98-8AD3-CD6E4F2DB224}"/>
              </a:ext>
            </a:extLst>
          </p:cNvPr>
          <p:cNvSpPr>
            <a:spLocks noGrp="1"/>
          </p:cNvSpPr>
          <p:nvPr>
            <p:ph idx="1"/>
          </p:nvPr>
        </p:nvSpPr>
        <p:spPr>
          <a:xfrm>
            <a:off x="1103312" y="1635911"/>
            <a:ext cx="8946541" cy="4423925"/>
          </a:xfrm>
        </p:spPr>
        <p:txBody>
          <a:bodyPr>
            <a:normAutofit/>
          </a:bodyPr>
          <a:lstStyle/>
          <a:p>
            <a:r>
              <a:rPr lang="en-US" dirty="0"/>
              <a:t>Github Copilot is a coding assistant that helps users write, debug, and understand software directly in their code editor</a:t>
            </a:r>
          </a:p>
          <a:p>
            <a:r>
              <a:rPr lang="en-US" dirty="0"/>
              <a:t>Uses popular LLMs like Claude, GPT, Gemini</a:t>
            </a:r>
          </a:p>
          <a:p>
            <a:r>
              <a:rPr lang="en-US" dirty="0"/>
              <a:t>Two </a:t>
            </a:r>
            <a:r>
              <a:rPr lang="en-US"/>
              <a:t>ways to use </a:t>
            </a:r>
            <a:r>
              <a:rPr lang="en-US" dirty="0"/>
              <a:t>Copilot:</a:t>
            </a:r>
          </a:p>
        </p:txBody>
      </p:sp>
      <p:sp>
        <p:nvSpPr>
          <p:cNvPr id="4" name="Rectangle: Rounded Corners 3">
            <a:extLst>
              <a:ext uri="{FF2B5EF4-FFF2-40B4-BE49-F238E27FC236}">
                <a16:creationId xmlns:a16="http://schemas.microsoft.com/office/drawing/2014/main" id="{44FB2DBA-08DD-40A0-A71F-B842F143D9F5}"/>
              </a:ext>
            </a:extLst>
          </p:cNvPr>
          <p:cNvSpPr/>
          <p:nvPr/>
        </p:nvSpPr>
        <p:spPr>
          <a:xfrm>
            <a:off x="6232454" y="3621862"/>
            <a:ext cx="4274600" cy="1968285"/>
          </a:xfrm>
          <a:prstGeom prst="round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Inline Completion</a:t>
            </a:r>
          </a:p>
          <a:p>
            <a:pPr algn="ctr"/>
            <a:endParaRPr lang="en-US" dirty="0"/>
          </a:p>
          <a:p>
            <a:pPr algn="ctr"/>
            <a:r>
              <a:rPr lang="en-US" dirty="0"/>
              <a:t>Suggests code while you type. Great for assisting when writing code</a:t>
            </a:r>
          </a:p>
        </p:txBody>
      </p:sp>
      <p:sp>
        <p:nvSpPr>
          <p:cNvPr id="5" name="Rectangle: Rounded Corners 4">
            <a:extLst>
              <a:ext uri="{FF2B5EF4-FFF2-40B4-BE49-F238E27FC236}">
                <a16:creationId xmlns:a16="http://schemas.microsoft.com/office/drawing/2014/main" id="{811698F0-1AF2-4D04-8F38-9FADAA1CD441}"/>
              </a:ext>
            </a:extLst>
          </p:cNvPr>
          <p:cNvSpPr/>
          <p:nvPr/>
        </p:nvSpPr>
        <p:spPr>
          <a:xfrm>
            <a:off x="1301982" y="3644759"/>
            <a:ext cx="4274600" cy="1968285"/>
          </a:xfrm>
          <a:prstGeom prst="round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b="1" dirty="0"/>
          </a:p>
          <a:p>
            <a:pPr algn="ctr"/>
            <a:r>
              <a:rPr lang="en-US" b="1" dirty="0"/>
              <a:t>Chat</a:t>
            </a:r>
          </a:p>
          <a:p>
            <a:pPr algn="ctr"/>
            <a:endParaRPr lang="en-US" dirty="0"/>
          </a:p>
          <a:p>
            <a:pPr algn="ctr"/>
            <a:r>
              <a:rPr lang="en-US" dirty="0"/>
              <a:t>Similar to a chatbot, you prompt with questions, it explains code, proposes changes </a:t>
            </a:r>
          </a:p>
          <a:p>
            <a:pPr algn="ctr"/>
            <a:endParaRPr lang="en-US" dirty="0"/>
          </a:p>
        </p:txBody>
      </p:sp>
    </p:spTree>
    <p:extLst>
      <p:ext uri="{BB962C8B-B14F-4D97-AF65-F5344CB8AC3E}">
        <p14:creationId xmlns:p14="http://schemas.microsoft.com/office/powerpoint/2010/main" val="412030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F172-4971-4538-BC21-A7DEABAE86AA}"/>
              </a:ext>
            </a:extLst>
          </p:cNvPr>
          <p:cNvSpPr>
            <a:spLocks noGrp="1"/>
          </p:cNvSpPr>
          <p:nvPr>
            <p:ph type="title"/>
          </p:nvPr>
        </p:nvSpPr>
        <p:spPr/>
        <p:txBody>
          <a:bodyPr/>
          <a:lstStyle/>
          <a:p>
            <a:r>
              <a:rPr lang="en-US" dirty="0"/>
              <a:t>Where are Coding Assistants Used?</a:t>
            </a:r>
          </a:p>
        </p:txBody>
      </p:sp>
      <p:sp>
        <p:nvSpPr>
          <p:cNvPr id="3" name="Content Placeholder 2">
            <a:extLst>
              <a:ext uri="{FF2B5EF4-FFF2-40B4-BE49-F238E27FC236}">
                <a16:creationId xmlns:a16="http://schemas.microsoft.com/office/drawing/2014/main" id="{E67E1C70-7663-4AC5-8AFE-DC7464E32C5A}"/>
              </a:ext>
            </a:extLst>
          </p:cNvPr>
          <p:cNvSpPr>
            <a:spLocks noGrp="1"/>
          </p:cNvSpPr>
          <p:nvPr>
            <p:ph idx="1"/>
          </p:nvPr>
        </p:nvSpPr>
        <p:spPr>
          <a:xfrm>
            <a:off x="1103312" y="2052918"/>
            <a:ext cx="9819246" cy="4195481"/>
          </a:xfrm>
        </p:spPr>
        <p:txBody>
          <a:bodyPr/>
          <a:lstStyle/>
          <a:p>
            <a:r>
              <a:rPr lang="en-US" dirty="0"/>
              <a:t>Explain unfamiliar or legacy code </a:t>
            </a:r>
          </a:p>
          <a:p>
            <a:r>
              <a:rPr lang="en-US" dirty="0"/>
              <a:t>Draft repetitive or boilerplate code</a:t>
            </a:r>
          </a:p>
          <a:p>
            <a:pPr lvl="1"/>
            <a:r>
              <a:rPr lang="en-US" dirty="0"/>
              <a:t>You can attach previous work to provide a better template</a:t>
            </a:r>
          </a:p>
          <a:p>
            <a:r>
              <a:rPr lang="en-US" dirty="0"/>
              <a:t>Generate tests and examples</a:t>
            </a:r>
          </a:p>
          <a:p>
            <a:r>
              <a:rPr lang="en-US" dirty="0"/>
              <a:t>Explore refactoring options</a:t>
            </a:r>
          </a:p>
          <a:p>
            <a:r>
              <a:rPr lang="en-US" dirty="0"/>
              <a:t>Create a first draft from requirements</a:t>
            </a:r>
          </a:p>
        </p:txBody>
      </p:sp>
    </p:spTree>
    <p:extLst>
      <p:ext uri="{BB962C8B-B14F-4D97-AF65-F5344CB8AC3E}">
        <p14:creationId xmlns:p14="http://schemas.microsoft.com/office/powerpoint/2010/main" val="210798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4AD5-60FE-470D-9B8E-AF85F369ADC3}"/>
              </a:ext>
            </a:extLst>
          </p:cNvPr>
          <p:cNvSpPr>
            <a:spLocks noGrp="1"/>
          </p:cNvSpPr>
          <p:nvPr>
            <p:ph type="title"/>
          </p:nvPr>
        </p:nvSpPr>
        <p:spPr/>
        <p:txBody>
          <a:bodyPr/>
          <a:lstStyle/>
          <a:p>
            <a:r>
              <a:rPr lang="en-US" dirty="0"/>
              <a:t>What Copilot does not know</a:t>
            </a:r>
          </a:p>
        </p:txBody>
      </p:sp>
      <p:sp>
        <p:nvSpPr>
          <p:cNvPr id="3" name="Content Placeholder 2">
            <a:extLst>
              <a:ext uri="{FF2B5EF4-FFF2-40B4-BE49-F238E27FC236}">
                <a16:creationId xmlns:a16="http://schemas.microsoft.com/office/drawing/2014/main" id="{B59F3896-DA7A-4BB9-964C-AD87315F1371}"/>
              </a:ext>
            </a:extLst>
          </p:cNvPr>
          <p:cNvSpPr>
            <a:spLocks noGrp="1"/>
          </p:cNvSpPr>
          <p:nvPr>
            <p:ph idx="1"/>
          </p:nvPr>
        </p:nvSpPr>
        <p:spPr>
          <a:xfrm>
            <a:off x="1103313" y="2052918"/>
            <a:ext cx="6973887" cy="4195481"/>
          </a:xfrm>
        </p:spPr>
        <p:txBody>
          <a:bodyPr/>
          <a:lstStyle/>
          <a:p>
            <a:r>
              <a:rPr lang="en-US" dirty="0"/>
              <a:t>Institutional rules, regulations, and policies </a:t>
            </a:r>
          </a:p>
          <a:p>
            <a:r>
              <a:rPr lang="en-US" dirty="0"/>
              <a:t>Which data is confidential</a:t>
            </a:r>
          </a:p>
          <a:p>
            <a:r>
              <a:rPr lang="en-US" dirty="0"/>
              <a:t>Your current environment or dependencies</a:t>
            </a:r>
          </a:p>
          <a:p>
            <a:r>
              <a:rPr lang="en-US" dirty="0"/>
              <a:t>Which edge cases matter to your users</a:t>
            </a:r>
          </a:p>
          <a:p>
            <a:r>
              <a:rPr lang="en-US" dirty="0"/>
              <a:t>When it’s answer is wrong</a:t>
            </a:r>
          </a:p>
          <a:p>
            <a:endParaRPr lang="en-US" dirty="0"/>
          </a:p>
          <a:p>
            <a:pPr marL="0" indent="0">
              <a:buNone/>
            </a:pPr>
            <a:r>
              <a:rPr lang="en-US" dirty="0"/>
              <a:t>**NEVER learn new tools or capabilities using computers containing sensitive data or access**</a:t>
            </a:r>
          </a:p>
          <a:p>
            <a:endParaRPr lang="en-US" dirty="0"/>
          </a:p>
        </p:txBody>
      </p:sp>
    </p:spTree>
    <p:extLst>
      <p:ext uri="{BB962C8B-B14F-4D97-AF65-F5344CB8AC3E}">
        <p14:creationId xmlns:p14="http://schemas.microsoft.com/office/powerpoint/2010/main" val="429418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4111-0332-470C-B73C-7B5E0CFC10A4}"/>
              </a:ext>
            </a:extLst>
          </p:cNvPr>
          <p:cNvSpPr>
            <a:spLocks noGrp="1"/>
          </p:cNvSpPr>
          <p:nvPr>
            <p:ph type="title"/>
          </p:nvPr>
        </p:nvSpPr>
        <p:spPr>
          <a:xfrm>
            <a:off x="646111" y="452718"/>
            <a:ext cx="10218201" cy="1400530"/>
          </a:xfrm>
        </p:spPr>
        <p:txBody>
          <a:bodyPr/>
          <a:lstStyle/>
          <a:p>
            <a:r>
              <a:rPr lang="en-US" dirty="0"/>
              <a:t>AI Coding using browser LLMs</a:t>
            </a:r>
          </a:p>
        </p:txBody>
      </p:sp>
      <p:pic>
        <p:nvPicPr>
          <p:cNvPr id="5" name="Picture 4">
            <a:extLst>
              <a:ext uri="{FF2B5EF4-FFF2-40B4-BE49-F238E27FC236}">
                <a16:creationId xmlns:a16="http://schemas.microsoft.com/office/drawing/2014/main" id="{8D8987EA-DA17-4BB1-B3F1-C077E91B6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413" y="1208853"/>
            <a:ext cx="5472912" cy="5108518"/>
          </a:xfrm>
          <a:prstGeom prst="rect">
            <a:avLst/>
          </a:prstGeom>
        </p:spPr>
      </p:pic>
      <p:sp>
        <p:nvSpPr>
          <p:cNvPr id="8" name="TextBox 7">
            <a:extLst>
              <a:ext uri="{FF2B5EF4-FFF2-40B4-BE49-F238E27FC236}">
                <a16:creationId xmlns:a16="http://schemas.microsoft.com/office/drawing/2014/main" id="{60B03F06-68FC-4536-80EB-35E7C14CE1A9}"/>
              </a:ext>
            </a:extLst>
          </p:cNvPr>
          <p:cNvSpPr txBox="1"/>
          <p:nvPr/>
        </p:nvSpPr>
        <p:spPr>
          <a:xfrm>
            <a:off x="6726264" y="1853248"/>
            <a:ext cx="4819625"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t>Context only includes your text prompt and any files you upload</a:t>
            </a:r>
          </a:p>
          <a:p>
            <a:pPr marL="285750" indent="-285750">
              <a:buFont typeface="Arial" panose="020B0604020202020204" pitchFamily="34" charset="0"/>
              <a:buChar char="•"/>
            </a:pPr>
            <a:r>
              <a:rPr lang="en-US" sz="2000" dirty="0"/>
              <a:t>Will use it’s existing knowledge of software to build your result, or search the internet to find relevant info</a:t>
            </a:r>
          </a:p>
          <a:p>
            <a:pPr marL="285750" indent="-285750">
              <a:buFont typeface="Arial" panose="020B0604020202020204" pitchFamily="34" charset="0"/>
              <a:buChar char="•"/>
            </a:pPr>
            <a:r>
              <a:rPr lang="en-US" sz="2000" dirty="0"/>
              <a:t>Good for general knowledge retrieval, but not for working with software elegantly</a:t>
            </a:r>
          </a:p>
        </p:txBody>
      </p:sp>
    </p:spTree>
    <p:extLst>
      <p:ext uri="{BB962C8B-B14F-4D97-AF65-F5344CB8AC3E}">
        <p14:creationId xmlns:p14="http://schemas.microsoft.com/office/powerpoint/2010/main" val="305815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BD1CE5-2BDC-4184-B7B1-7CFBA8533D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195071"/>
            <a:ext cx="10392696" cy="5620318"/>
          </a:xfrm>
          <a:prstGeom prst="rect">
            <a:avLst/>
          </a:prstGeom>
        </p:spPr>
      </p:pic>
      <p:sp>
        <p:nvSpPr>
          <p:cNvPr id="2" name="TextBox 1">
            <a:extLst>
              <a:ext uri="{FF2B5EF4-FFF2-40B4-BE49-F238E27FC236}">
                <a16:creationId xmlns:a16="http://schemas.microsoft.com/office/drawing/2014/main" id="{3CDE8FA4-2337-4224-9294-8F25BB50F774}"/>
              </a:ext>
            </a:extLst>
          </p:cNvPr>
          <p:cNvSpPr txBox="1"/>
          <p:nvPr/>
        </p:nvSpPr>
        <p:spPr>
          <a:xfrm>
            <a:off x="685800" y="456407"/>
            <a:ext cx="9920748" cy="738664"/>
          </a:xfrm>
          <a:prstGeom prst="rect">
            <a:avLst/>
          </a:prstGeom>
          <a:noFill/>
        </p:spPr>
        <p:txBody>
          <a:bodyPr wrap="square" rtlCol="0">
            <a:spAutoFit/>
          </a:bodyPr>
          <a:lstStyle/>
          <a:p>
            <a:r>
              <a:rPr lang="en-US" sz="4200" dirty="0"/>
              <a:t>Github Copilot in </a:t>
            </a:r>
            <a:r>
              <a:rPr lang="en-US" sz="4200" dirty="0" err="1"/>
              <a:t>VSCode</a:t>
            </a:r>
            <a:r>
              <a:rPr lang="en-US" sz="4200" dirty="0"/>
              <a:t> Overview</a:t>
            </a:r>
          </a:p>
        </p:txBody>
      </p:sp>
      <p:sp>
        <p:nvSpPr>
          <p:cNvPr id="3" name="TextBox 2">
            <a:extLst>
              <a:ext uri="{FF2B5EF4-FFF2-40B4-BE49-F238E27FC236}">
                <a16:creationId xmlns:a16="http://schemas.microsoft.com/office/drawing/2014/main" id="{8227C981-30A0-44B8-B282-0E820FC582E0}"/>
              </a:ext>
            </a:extLst>
          </p:cNvPr>
          <p:cNvSpPr txBox="1"/>
          <p:nvPr/>
        </p:nvSpPr>
        <p:spPr>
          <a:xfrm>
            <a:off x="1180739" y="1296559"/>
            <a:ext cx="1258530" cy="369332"/>
          </a:xfrm>
          <a:prstGeom prst="rect">
            <a:avLst/>
          </a:prstGeom>
          <a:noFill/>
        </p:spPr>
        <p:txBody>
          <a:bodyPr wrap="square" rtlCol="0">
            <a:spAutoFit/>
          </a:bodyPr>
          <a:lstStyle/>
          <a:p>
            <a:r>
              <a:rPr lang="en-US" dirty="0">
                <a:highlight>
                  <a:srgbClr val="0000FF"/>
                </a:highlight>
              </a:rPr>
              <a:t>Explorer</a:t>
            </a:r>
          </a:p>
        </p:txBody>
      </p:sp>
      <p:sp>
        <p:nvSpPr>
          <p:cNvPr id="5" name="TextBox 4">
            <a:extLst>
              <a:ext uri="{FF2B5EF4-FFF2-40B4-BE49-F238E27FC236}">
                <a16:creationId xmlns:a16="http://schemas.microsoft.com/office/drawing/2014/main" id="{4A2EBAFF-0950-4DBF-8C9E-DF9D859191EB}"/>
              </a:ext>
            </a:extLst>
          </p:cNvPr>
          <p:cNvSpPr txBox="1"/>
          <p:nvPr/>
        </p:nvSpPr>
        <p:spPr>
          <a:xfrm>
            <a:off x="4532817" y="1273568"/>
            <a:ext cx="1258530" cy="369332"/>
          </a:xfrm>
          <a:prstGeom prst="rect">
            <a:avLst/>
          </a:prstGeom>
          <a:noFill/>
        </p:spPr>
        <p:txBody>
          <a:bodyPr wrap="square" rtlCol="0">
            <a:spAutoFit/>
          </a:bodyPr>
          <a:lstStyle/>
          <a:p>
            <a:r>
              <a:rPr lang="en-US" dirty="0">
                <a:highlight>
                  <a:srgbClr val="0000FF"/>
                </a:highlight>
              </a:rPr>
              <a:t>Editor</a:t>
            </a:r>
          </a:p>
        </p:txBody>
      </p:sp>
      <p:sp>
        <p:nvSpPr>
          <p:cNvPr id="6" name="TextBox 5">
            <a:extLst>
              <a:ext uri="{FF2B5EF4-FFF2-40B4-BE49-F238E27FC236}">
                <a16:creationId xmlns:a16="http://schemas.microsoft.com/office/drawing/2014/main" id="{A785B274-0196-47C5-9B76-460376F763B7}"/>
              </a:ext>
            </a:extLst>
          </p:cNvPr>
          <p:cNvSpPr txBox="1"/>
          <p:nvPr/>
        </p:nvSpPr>
        <p:spPr>
          <a:xfrm>
            <a:off x="8568092" y="1313909"/>
            <a:ext cx="1258530" cy="369332"/>
          </a:xfrm>
          <a:prstGeom prst="rect">
            <a:avLst/>
          </a:prstGeom>
          <a:noFill/>
        </p:spPr>
        <p:txBody>
          <a:bodyPr wrap="square" rtlCol="0">
            <a:spAutoFit/>
          </a:bodyPr>
          <a:lstStyle/>
          <a:p>
            <a:r>
              <a:rPr lang="en-US" dirty="0">
                <a:highlight>
                  <a:srgbClr val="0000FF"/>
                </a:highlight>
              </a:rPr>
              <a:t>Chat</a:t>
            </a:r>
          </a:p>
        </p:txBody>
      </p:sp>
      <p:sp>
        <p:nvSpPr>
          <p:cNvPr id="8" name="TextBox 7">
            <a:extLst>
              <a:ext uri="{FF2B5EF4-FFF2-40B4-BE49-F238E27FC236}">
                <a16:creationId xmlns:a16="http://schemas.microsoft.com/office/drawing/2014/main" id="{8E1FEB60-EB0B-4A2A-8C2B-86D43435974A}"/>
              </a:ext>
            </a:extLst>
          </p:cNvPr>
          <p:cNvSpPr txBox="1"/>
          <p:nvPr/>
        </p:nvSpPr>
        <p:spPr>
          <a:xfrm>
            <a:off x="4646177" y="5584432"/>
            <a:ext cx="1258530" cy="369332"/>
          </a:xfrm>
          <a:prstGeom prst="rect">
            <a:avLst/>
          </a:prstGeom>
          <a:noFill/>
        </p:spPr>
        <p:txBody>
          <a:bodyPr wrap="square" rtlCol="0">
            <a:spAutoFit/>
          </a:bodyPr>
          <a:lstStyle/>
          <a:p>
            <a:r>
              <a:rPr lang="en-US" dirty="0">
                <a:highlight>
                  <a:srgbClr val="0000FF"/>
                </a:highlight>
              </a:rPr>
              <a:t>Terminal</a:t>
            </a:r>
          </a:p>
        </p:txBody>
      </p:sp>
    </p:spTree>
    <p:extLst>
      <p:ext uri="{BB962C8B-B14F-4D97-AF65-F5344CB8AC3E}">
        <p14:creationId xmlns:p14="http://schemas.microsoft.com/office/powerpoint/2010/main" val="84528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C4A9-2E53-413F-BE69-991475E725AF}"/>
              </a:ext>
            </a:extLst>
          </p:cNvPr>
          <p:cNvSpPr>
            <a:spLocks noGrp="1"/>
          </p:cNvSpPr>
          <p:nvPr>
            <p:ph type="title"/>
          </p:nvPr>
        </p:nvSpPr>
        <p:spPr/>
        <p:txBody>
          <a:bodyPr/>
          <a:lstStyle/>
          <a:p>
            <a:r>
              <a:rPr lang="en-US" dirty="0"/>
              <a:t>Risk 1: Protect sensitive information</a:t>
            </a:r>
          </a:p>
        </p:txBody>
      </p:sp>
      <p:sp>
        <p:nvSpPr>
          <p:cNvPr id="3" name="Content Placeholder 2">
            <a:extLst>
              <a:ext uri="{FF2B5EF4-FFF2-40B4-BE49-F238E27FC236}">
                <a16:creationId xmlns:a16="http://schemas.microsoft.com/office/drawing/2014/main" id="{9E986A1F-7EDA-43C0-A03A-856D1E548C8B}"/>
              </a:ext>
            </a:extLst>
          </p:cNvPr>
          <p:cNvSpPr>
            <a:spLocks noGrp="1"/>
          </p:cNvSpPr>
          <p:nvPr>
            <p:ph idx="1"/>
          </p:nvPr>
        </p:nvSpPr>
        <p:spPr>
          <a:xfrm>
            <a:off x="1103312" y="2052918"/>
            <a:ext cx="8131123" cy="4195481"/>
          </a:xfrm>
        </p:spPr>
        <p:txBody>
          <a:bodyPr/>
          <a:lstStyle/>
          <a:p>
            <a:r>
              <a:rPr lang="en-US" dirty="0"/>
              <a:t>Never put this information into prompts or exposed code:</a:t>
            </a:r>
          </a:p>
          <a:p>
            <a:pPr lvl="1"/>
            <a:r>
              <a:rPr lang="en-US" dirty="0"/>
              <a:t>Passwords, API keys, access tokens</a:t>
            </a:r>
          </a:p>
          <a:p>
            <a:pPr lvl="1"/>
            <a:r>
              <a:rPr lang="en-US" dirty="0"/>
              <a:t>Student or Employee records</a:t>
            </a:r>
          </a:p>
          <a:p>
            <a:pPr lvl="1"/>
            <a:r>
              <a:rPr lang="en-US" dirty="0"/>
              <a:t>Confidential institutional data</a:t>
            </a:r>
          </a:p>
          <a:p>
            <a:pPr lvl="1"/>
            <a:r>
              <a:rPr lang="en-US" dirty="0"/>
              <a:t>Unapproved proprietary material</a:t>
            </a:r>
          </a:p>
          <a:p>
            <a:r>
              <a:rPr lang="en-US" dirty="0"/>
              <a:t>SUNY AI Policy</a:t>
            </a:r>
          </a:p>
          <a:p>
            <a:pPr lvl="1"/>
            <a:r>
              <a:rPr lang="en-US" dirty="0">
                <a:hlinkClick r:id="rId3"/>
              </a:rPr>
              <a:t>https://www.suny.edu/sunypp/documents.cfm?doc_id=933</a:t>
            </a:r>
            <a:endParaRPr lang="en-US" dirty="0"/>
          </a:p>
          <a:p>
            <a:pPr lvl="1"/>
            <a:endParaRPr lang="en-US" dirty="0"/>
          </a:p>
          <a:p>
            <a:pPr lvl="1"/>
            <a:endParaRPr lang="en-US" dirty="0"/>
          </a:p>
        </p:txBody>
      </p:sp>
      <p:sp>
        <p:nvSpPr>
          <p:cNvPr id="4" name="Rectangle: Rounded Corners 3">
            <a:extLst>
              <a:ext uri="{FF2B5EF4-FFF2-40B4-BE49-F238E27FC236}">
                <a16:creationId xmlns:a16="http://schemas.microsoft.com/office/drawing/2014/main" id="{CB836C0B-8F19-4B70-AD89-2C1480772184}"/>
              </a:ext>
            </a:extLst>
          </p:cNvPr>
          <p:cNvSpPr/>
          <p:nvPr/>
        </p:nvSpPr>
        <p:spPr>
          <a:xfrm>
            <a:off x="7828517" y="2763431"/>
            <a:ext cx="3737135" cy="17884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u="sng" dirty="0"/>
              <a:t>Rule of Thumb</a:t>
            </a:r>
          </a:p>
          <a:p>
            <a:pPr algn="ctr"/>
            <a:r>
              <a:rPr lang="en-US" dirty="0"/>
              <a:t>If you wouldn’t share it on a public forum, do not put it into a LLM</a:t>
            </a:r>
          </a:p>
        </p:txBody>
      </p:sp>
    </p:spTree>
    <p:extLst>
      <p:ext uri="{BB962C8B-B14F-4D97-AF65-F5344CB8AC3E}">
        <p14:creationId xmlns:p14="http://schemas.microsoft.com/office/powerpoint/2010/main" val="192721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E0D1F-B3EA-481A-A8EB-0AFBE8216461}"/>
              </a:ext>
            </a:extLst>
          </p:cNvPr>
          <p:cNvSpPr>
            <a:spLocks noGrp="1"/>
          </p:cNvSpPr>
          <p:nvPr>
            <p:ph type="title"/>
          </p:nvPr>
        </p:nvSpPr>
        <p:spPr/>
        <p:txBody>
          <a:bodyPr/>
          <a:lstStyle/>
          <a:p>
            <a:r>
              <a:rPr lang="en-US" dirty="0"/>
              <a:t>Risk 2: Code </a:t>
            </a:r>
            <a:r>
              <a:rPr lang="en-US" strike="sngStrike" dirty="0"/>
              <a:t>can</a:t>
            </a:r>
            <a:r>
              <a:rPr lang="en-US" dirty="0"/>
              <a:t> will be WRONG</a:t>
            </a:r>
          </a:p>
        </p:txBody>
      </p:sp>
      <p:sp>
        <p:nvSpPr>
          <p:cNvPr id="3" name="Content Placeholder 2">
            <a:extLst>
              <a:ext uri="{FF2B5EF4-FFF2-40B4-BE49-F238E27FC236}">
                <a16:creationId xmlns:a16="http://schemas.microsoft.com/office/drawing/2014/main" id="{E6504B6C-C177-47B7-AA5C-BCA762DB3ECC}"/>
              </a:ext>
            </a:extLst>
          </p:cNvPr>
          <p:cNvSpPr>
            <a:spLocks noGrp="1"/>
          </p:cNvSpPr>
          <p:nvPr>
            <p:ph idx="1"/>
          </p:nvPr>
        </p:nvSpPr>
        <p:spPr>
          <a:xfrm>
            <a:off x="1103313" y="2052918"/>
            <a:ext cx="5960680" cy="4195481"/>
          </a:xfrm>
        </p:spPr>
        <p:txBody>
          <a:bodyPr/>
          <a:lstStyle/>
          <a:p>
            <a:r>
              <a:rPr lang="en-US" dirty="0"/>
              <a:t>Logic Errors</a:t>
            </a:r>
          </a:p>
          <a:p>
            <a:r>
              <a:rPr lang="en-US" dirty="0"/>
              <a:t>Missing edge cases</a:t>
            </a:r>
          </a:p>
          <a:p>
            <a:r>
              <a:rPr lang="en-US" dirty="0"/>
              <a:t>Weak input validation</a:t>
            </a:r>
          </a:p>
          <a:p>
            <a:r>
              <a:rPr lang="en-US" dirty="0"/>
              <a:t>Insecure defaults</a:t>
            </a:r>
          </a:p>
          <a:p>
            <a:r>
              <a:rPr lang="en-US" dirty="0"/>
              <a:t>Outdated libraries or patterns</a:t>
            </a:r>
          </a:p>
          <a:p>
            <a:r>
              <a:rPr lang="en-US" dirty="0"/>
              <a:t>“Make my code super secure just like an elite security engineer would, eliminate all bugs, any potential security flaws. Do it in one shot, make no mistakes”</a:t>
            </a:r>
          </a:p>
        </p:txBody>
      </p:sp>
      <p:pic>
        <p:nvPicPr>
          <p:cNvPr id="4" name="Picture 2" descr="45% Insecure: The Security Debt Infographic">
            <a:extLst>
              <a:ext uri="{FF2B5EF4-FFF2-40B4-BE49-F238E27FC236}">
                <a16:creationId xmlns:a16="http://schemas.microsoft.com/office/drawing/2014/main" id="{74EB8B83-5B4B-4105-8004-B47FA07A00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993" y="1851857"/>
            <a:ext cx="4396542" cy="4396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01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70FD-BBCB-4781-AA9F-4D7EE715513F}"/>
              </a:ext>
            </a:extLst>
          </p:cNvPr>
          <p:cNvSpPr>
            <a:spLocks noGrp="1"/>
          </p:cNvSpPr>
          <p:nvPr>
            <p:ph type="title"/>
          </p:nvPr>
        </p:nvSpPr>
        <p:spPr/>
        <p:txBody>
          <a:bodyPr/>
          <a:lstStyle/>
          <a:p>
            <a:r>
              <a:rPr lang="en-US" dirty="0"/>
              <a:t>Risk 3:</a:t>
            </a:r>
            <a:br>
              <a:rPr lang="en-US" dirty="0"/>
            </a:br>
            <a:r>
              <a:rPr lang="en-US" dirty="0"/>
              <a:t>Fluency is not evidence</a:t>
            </a:r>
          </a:p>
        </p:txBody>
      </p:sp>
      <p:sp>
        <p:nvSpPr>
          <p:cNvPr id="3" name="Content Placeholder 2">
            <a:extLst>
              <a:ext uri="{FF2B5EF4-FFF2-40B4-BE49-F238E27FC236}">
                <a16:creationId xmlns:a16="http://schemas.microsoft.com/office/drawing/2014/main" id="{517BE9C6-988D-4970-B45A-6FB639FEB337}"/>
              </a:ext>
            </a:extLst>
          </p:cNvPr>
          <p:cNvSpPr>
            <a:spLocks noGrp="1"/>
          </p:cNvSpPr>
          <p:nvPr>
            <p:ph idx="1"/>
          </p:nvPr>
        </p:nvSpPr>
        <p:spPr>
          <a:xfrm>
            <a:off x="1103312" y="2052918"/>
            <a:ext cx="6881739" cy="4195481"/>
          </a:xfrm>
        </p:spPr>
        <p:txBody>
          <a:bodyPr/>
          <a:lstStyle/>
          <a:p>
            <a:r>
              <a:rPr lang="en-US" dirty="0"/>
              <a:t>Confident explanations that do not match the code</a:t>
            </a:r>
          </a:p>
          <a:p>
            <a:r>
              <a:rPr lang="en-US" dirty="0"/>
              <a:t>Unclear assumptions</a:t>
            </a:r>
          </a:p>
          <a:p>
            <a:r>
              <a:rPr lang="en-US" dirty="0"/>
              <a:t>Over-reliance on the first/easiest answer</a:t>
            </a:r>
          </a:p>
          <a:p>
            <a:r>
              <a:rPr lang="en-US" dirty="0"/>
              <a:t>Code accepted without being understood</a:t>
            </a:r>
          </a:p>
          <a:p>
            <a:r>
              <a:rPr lang="en-US" b="1" dirty="0"/>
              <a:t>confirmation bias</a:t>
            </a:r>
            <a:r>
              <a:rPr lang="en-US" i="1" dirty="0"/>
              <a:t> </a:t>
            </a:r>
            <a:r>
              <a:rPr lang="en-US" dirty="0"/>
              <a:t>- people’s tendency to process information by looking for, or interpreting, information that is consistent with their existing beliefs (Encyclopedia Britannica)</a:t>
            </a:r>
          </a:p>
          <a:p>
            <a:endParaRPr lang="en-US" dirty="0"/>
          </a:p>
        </p:txBody>
      </p:sp>
      <p:pic>
        <p:nvPicPr>
          <p:cNvPr id="1026" name="Picture 2" descr="Confirmation bias as psychological objective attitude issue outline diagram. Incorrect information checking or aware of self interpretation vector illustration. Tendency to approve existing opinion. ">
            <a:extLst>
              <a:ext uri="{FF2B5EF4-FFF2-40B4-BE49-F238E27FC236}">
                <a16:creationId xmlns:a16="http://schemas.microsoft.com/office/drawing/2014/main" id="{F3DE2F09-AA9E-4A44-8600-B44688F26C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38" t="24340" r="6020" b="4341"/>
          <a:stretch/>
        </p:blipFill>
        <p:spPr bwMode="auto">
          <a:xfrm>
            <a:off x="7985051" y="2690037"/>
            <a:ext cx="3900067" cy="318090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aiCode : r/ProgrammerHumor">
            <a:extLst>
              <a:ext uri="{FF2B5EF4-FFF2-40B4-BE49-F238E27FC236}">
                <a16:creationId xmlns:a16="http://schemas.microsoft.com/office/drawing/2014/main" id="{2CDF80AE-D37A-4E7C-B87F-A2AACCA2E3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5050" y="1249394"/>
            <a:ext cx="3900067" cy="5155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128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7902-68F2-415F-9C91-4E05D3A270BC}"/>
              </a:ext>
            </a:extLst>
          </p:cNvPr>
          <p:cNvSpPr>
            <a:spLocks noGrp="1"/>
          </p:cNvSpPr>
          <p:nvPr>
            <p:ph type="title"/>
          </p:nvPr>
        </p:nvSpPr>
        <p:spPr/>
        <p:txBody>
          <a:bodyPr/>
          <a:lstStyle/>
          <a:p>
            <a:r>
              <a:rPr lang="en-US" dirty="0"/>
              <a:t>Four Safe-Use Habits</a:t>
            </a:r>
          </a:p>
        </p:txBody>
      </p:sp>
      <p:sp>
        <p:nvSpPr>
          <p:cNvPr id="3" name="Content Placeholder 2">
            <a:extLst>
              <a:ext uri="{FF2B5EF4-FFF2-40B4-BE49-F238E27FC236}">
                <a16:creationId xmlns:a16="http://schemas.microsoft.com/office/drawing/2014/main" id="{73048058-000B-4859-8007-F168DEBF50A4}"/>
              </a:ext>
            </a:extLst>
          </p:cNvPr>
          <p:cNvSpPr>
            <a:spLocks noGrp="1"/>
          </p:cNvSpPr>
          <p:nvPr>
            <p:ph idx="1"/>
          </p:nvPr>
        </p:nvSpPr>
        <p:spPr>
          <a:xfrm>
            <a:off x="1103312" y="2052918"/>
            <a:ext cx="7326313" cy="4195481"/>
          </a:xfrm>
        </p:spPr>
        <p:txBody>
          <a:bodyPr/>
          <a:lstStyle/>
          <a:p>
            <a:pPr marL="457200" indent="-457200">
              <a:buFont typeface="+mj-lt"/>
              <a:buAutoNum type="arabicPeriod"/>
            </a:pPr>
            <a:r>
              <a:rPr lang="en-US" dirty="0"/>
              <a:t>Keep sensitive data out</a:t>
            </a:r>
          </a:p>
          <a:p>
            <a:pPr marL="457200" indent="-457200">
              <a:buFont typeface="+mj-lt"/>
              <a:buAutoNum type="arabicPeriod"/>
            </a:pPr>
            <a:r>
              <a:rPr lang="en-US" dirty="0"/>
              <a:t>Limiting assumptions</a:t>
            </a:r>
          </a:p>
          <a:p>
            <a:pPr marL="457200" indent="-457200">
              <a:buFont typeface="+mj-lt"/>
              <a:buAutoNum type="arabicPeriod"/>
            </a:pPr>
            <a:r>
              <a:rPr lang="en-US" dirty="0"/>
              <a:t>Provide context and ask for any clarification</a:t>
            </a:r>
          </a:p>
          <a:p>
            <a:pPr marL="457200" indent="-457200">
              <a:buFont typeface="+mj-lt"/>
              <a:buAutoNum type="arabicPeriod"/>
            </a:pPr>
            <a:r>
              <a:rPr lang="en-US" dirty="0"/>
              <a:t>Read and understand results before accepting</a:t>
            </a:r>
          </a:p>
          <a:p>
            <a:pPr marL="457200" indent="-457200">
              <a:buFont typeface="+mj-lt"/>
              <a:buAutoNum type="arabicPeriod"/>
            </a:pPr>
            <a:r>
              <a:rPr lang="en-US" dirty="0"/>
              <a:t>Test or verify a meaningful example</a:t>
            </a:r>
          </a:p>
        </p:txBody>
      </p:sp>
      <p:sp>
        <p:nvSpPr>
          <p:cNvPr id="6" name="TextBox 5">
            <a:extLst>
              <a:ext uri="{FF2B5EF4-FFF2-40B4-BE49-F238E27FC236}">
                <a16:creationId xmlns:a16="http://schemas.microsoft.com/office/drawing/2014/main" id="{381506FA-D432-45C8-9262-B228C6461FD7}"/>
              </a:ext>
            </a:extLst>
          </p:cNvPr>
          <p:cNvSpPr txBox="1"/>
          <p:nvPr/>
        </p:nvSpPr>
        <p:spPr>
          <a:xfrm>
            <a:off x="2843684" y="4531807"/>
            <a:ext cx="5948624" cy="646331"/>
          </a:xfrm>
          <a:prstGeom prst="rect">
            <a:avLst/>
          </a:prstGeom>
          <a:noFill/>
        </p:spPr>
        <p:txBody>
          <a:bodyPr wrap="square" rtlCol="0">
            <a:spAutoFit/>
          </a:bodyPr>
          <a:lstStyle/>
          <a:p>
            <a:r>
              <a:rPr lang="en-US" b="1" dirty="0"/>
              <a:t>These habits matter and will improve your results for any use of AI/LLMs</a:t>
            </a:r>
          </a:p>
        </p:txBody>
      </p:sp>
      <p:pic>
        <p:nvPicPr>
          <p:cNvPr id="3074" name="Picture 2" descr="The danger of Ai when it constantly reinforces confirmation bias. : r/aiwars">
            <a:extLst>
              <a:ext uri="{FF2B5EF4-FFF2-40B4-BE49-F238E27FC236}">
                <a16:creationId xmlns:a16="http://schemas.microsoft.com/office/drawing/2014/main" id="{5323C75B-71AB-4760-87A6-A66A39A12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264" y="1679862"/>
            <a:ext cx="3417465" cy="4483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10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17910-83DC-426B-ABC3-E918E0ABC979}"/>
              </a:ext>
            </a:extLst>
          </p:cNvPr>
          <p:cNvSpPr>
            <a:spLocks noGrp="1"/>
          </p:cNvSpPr>
          <p:nvPr>
            <p:ph type="title"/>
          </p:nvPr>
        </p:nvSpPr>
        <p:spPr/>
        <p:txBody>
          <a:bodyPr/>
          <a:lstStyle/>
          <a:p>
            <a:r>
              <a:rPr lang="en-US" dirty="0"/>
              <a:t>Example: Writing a script</a:t>
            </a:r>
          </a:p>
        </p:txBody>
      </p:sp>
      <p:sp>
        <p:nvSpPr>
          <p:cNvPr id="3" name="Content Placeholder 2">
            <a:extLst>
              <a:ext uri="{FF2B5EF4-FFF2-40B4-BE49-F238E27FC236}">
                <a16:creationId xmlns:a16="http://schemas.microsoft.com/office/drawing/2014/main" id="{BE077FFA-DE9D-4042-A475-96EF4F1035BD}"/>
              </a:ext>
            </a:extLst>
          </p:cNvPr>
          <p:cNvSpPr>
            <a:spLocks noGrp="1"/>
          </p:cNvSpPr>
          <p:nvPr>
            <p:ph idx="1"/>
          </p:nvPr>
        </p:nvSpPr>
        <p:spPr/>
        <p:txBody>
          <a:bodyPr/>
          <a:lstStyle/>
          <a:p>
            <a:r>
              <a:rPr lang="en-US" dirty="0"/>
              <a:t>Task: Create a script to merge multiple excel files</a:t>
            </a:r>
          </a:p>
          <a:p>
            <a:r>
              <a:rPr lang="en-US" dirty="0"/>
              <a:t>Here’s an example of a prompt to create a python script, that provides context, assumptions, edge cases, and dependencies.</a:t>
            </a:r>
          </a:p>
        </p:txBody>
      </p:sp>
      <p:sp>
        <p:nvSpPr>
          <p:cNvPr id="4" name="TextBox 3">
            <a:extLst>
              <a:ext uri="{FF2B5EF4-FFF2-40B4-BE49-F238E27FC236}">
                <a16:creationId xmlns:a16="http://schemas.microsoft.com/office/drawing/2014/main" id="{C18BE3B5-D099-4F9A-9A15-1579528DD238}"/>
              </a:ext>
            </a:extLst>
          </p:cNvPr>
          <p:cNvSpPr txBox="1"/>
          <p:nvPr/>
        </p:nvSpPr>
        <p:spPr>
          <a:xfrm>
            <a:off x="1012877" y="3667125"/>
            <a:ext cx="9777046" cy="2585323"/>
          </a:xfrm>
          <a:prstGeom prst="rect">
            <a:avLst/>
          </a:prstGeom>
          <a:noFill/>
          <a:ln>
            <a:solidFill>
              <a:schemeClr val="tx1"/>
            </a:solidFill>
          </a:ln>
        </p:spPr>
        <p:txBody>
          <a:bodyPr wrap="square" rtlCol="0">
            <a:spAutoFit/>
          </a:bodyPr>
          <a:lstStyle/>
          <a:p>
            <a:r>
              <a:rPr lang="en-US" dirty="0"/>
              <a:t>Prompt:</a:t>
            </a:r>
          </a:p>
          <a:p>
            <a:r>
              <a:rPr lang="en-US" dirty="0"/>
              <a:t>Write a Python script using pandas and openpyxl with a function named merge_excel_files(folder_path). Read the first worksheet of each .xlsx file directly in the folder, processing files alphabetically. Require a </a:t>
            </a:r>
            <a:r>
              <a:rPr lang="en-US" dirty="0" err="1"/>
              <a:t>Cust_ID</a:t>
            </a:r>
            <a:r>
              <a:rPr lang="en-US" dirty="0"/>
              <a:t> column, rename it to Customer ID, and combine the rows. If multiple rows have the same Customer ID, keep the first encountered. Save the result as merged_customers.csv in the folder without changing the original workbooks. If no Excel files are found or a workbook is missing </a:t>
            </a:r>
            <a:r>
              <a:rPr lang="en-US" dirty="0" err="1"/>
              <a:t>Cust_ID</a:t>
            </a:r>
            <a:r>
              <a:rPr lang="en-US" dirty="0"/>
              <a:t>, stop with a clear error.</a:t>
            </a:r>
          </a:p>
        </p:txBody>
      </p:sp>
    </p:spTree>
    <p:extLst>
      <p:ext uri="{BB962C8B-B14F-4D97-AF65-F5344CB8AC3E}">
        <p14:creationId xmlns:p14="http://schemas.microsoft.com/office/powerpoint/2010/main" val="3574902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A0DF2D-1BDC-4A23-B976-8F2A79796F4F}"/>
              </a:ext>
            </a:extLst>
          </p:cNvPr>
          <p:cNvSpPr txBox="1"/>
          <p:nvPr/>
        </p:nvSpPr>
        <p:spPr>
          <a:xfrm>
            <a:off x="4029390" y="302359"/>
            <a:ext cx="7546312" cy="6555641"/>
          </a:xfrm>
          <a:prstGeom prst="rect">
            <a:avLst/>
          </a:prstGeom>
          <a:solidFill>
            <a:schemeClr val="bg1">
              <a:lumMod val="85000"/>
              <a:lumOff val="15000"/>
            </a:schemeClr>
          </a:solidFill>
        </p:spPr>
        <p:txBody>
          <a:bodyPr wrap="square" rtlCol="0">
            <a:spAutoFit/>
          </a:bodyPr>
          <a:lstStyle/>
          <a:p>
            <a:r>
              <a:rPr lang="en-US" sz="1050" b="0" dirty="0">
                <a:solidFill>
                  <a:srgbClr val="C586C0"/>
                </a:solidFill>
                <a:effectLst/>
                <a:latin typeface="Consolas" panose="020B0609020204030204" pitchFamily="49" charset="0"/>
              </a:rPr>
              <a:t>from</a:t>
            </a:r>
            <a:r>
              <a:rPr lang="en-US" sz="1050" b="0" dirty="0">
                <a:solidFill>
                  <a:srgbClr val="D4D4D4"/>
                </a:solidFill>
                <a:effectLst/>
                <a:latin typeface="Consolas" panose="020B0609020204030204" pitchFamily="49" charset="0"/>
              </a:rPr>
              <a:t> pathlib </a:t>
            </a:r>
            <a:r>
              <a:rPr lang="en-US" sz="1050" b="0" dirty="0">
                <a:solidFill>
                  <a:srgbClr val="C586C0"/>
                </a:solidFill>
                <a:effectLst/>
                <a:latin typeface="Consolas" panose="020B0609020204030204" pitchFamily="49" charset="0"/>
              </a:rPr>
              <a:t>import</a:t>
            </a:r>
            <a:r>
              <a:rPr lang="en-US" sz="1050" b="0" dirty="0">
                <a:solidFill>
                  <a:srgbClr val="D4D4D4"/>
                </a:solidFill>
                <a:effectLst/>
                <a:latin typeface="Consolas" panose="020B0609020204030204" pitchFamily="49" charset="0"/>
              </a:rPr>
              <a:t> Path</a:t>
            </a:r>
          </a:p>
          <a:p>
            <a:br>
              <a:rPr lang="en-US" sz="1050" b="0" dirty="0">
                <a:solidFill>
                  <a:srgbClr val="D4D4D4"/>
                </a:solidFill>
                <a:effectLst/>
                <a:latin typeface="Consolas" panose="020B0609020204030204" pitchFamily="49" charset="0"/>
              </a:rPr>
            </a:br>
            <a:r>
              <a:rPr lang="en-US" sz="1050" b="0" dirty="0">
                <a:solidFill>
                  <a:srgbClr val="C586C0"/>
                </a:solidFill>
                <a:effectLst/>
                <a:latin typeface="Consolas" panose="020B0609020204030204" pitchFamily="49" charset="0"/>
              </a:rPr>
              <a:t>import</a:t>
            </a:r>
            <a:r>
              <a:rPr lang="en-US" sz="1050" b="0" dirty="0">
                <a:solidFill>
                  <a:srgbClr val="D4D4D4"/>
                </a:solidFill>
                <a:effectLst/>
                <a:latin typeface="Consolas" panose="020B0609020204030204" pitchFamily="49" charset="0"/>
              </a:rPr>
              <a:t> pandas </a:t>
            </a:r>
            <a:r>
              <a:rPr lang="en-US" sz="1050" b="0" dirty="0">
                <a:solidFill>
                  <a:srgbClr val="C586C0"/>
                </a:solidFill>
                <a:effectLst/>
                <a:latin typeface="Consolas" panose="020B0609020204030204" pitchFamily="49" charset="0"/>
              </a:rPr>
              <a:t>as</a:t>
            </a:r>
            <a:r>
              <a:rPr lang="en-US" sz="1050" b="0" dirty="0">
                <a:solidFill>
                  <a:srgbClr val="D4D4D4"/>
                </a:solidFill>
                <a:effectLst/>
                <a:latin typeface="Consolas" panose="020B0609020204030204" pitchFamily="49" charset="0"/>
              </a:rPr>
              <a:t> pd</a:t>
            </a:r>
          </a:p>
          <a:p>
            <a:br>
              <a:rPr lang="en-US" sz="1050" b="0" dirty="0">
                <a:solidFill>
                  <a:srgbClr val="D4D4D4"/>
                </a:solidFill>
                <a:effectLst/>
                <a:latin typeface="Consolas" panose="020B0609020204030204" pitchFamily="49" charset="0"/>
              </a:rPr>
            </a:br>
            <a:br>
              <a:rPr lang="en-US" sz="1050" b="0" dirty="0">
                <a:solidFill>
                  <a:srgbClr val="D4D4D4"/>
                </a:solidFill>
                <a:effectLst/>
                <a:latin typeface="Consolas" panose="020B0609020204030204" pitchFamily="49" charset="0"/>
              </a:rPr>
            </a:br>
            <a:r>
              <a:rPr lang="en-US" sz="1050" b="0" dirty="0">
                <a:solidFill>
                  <a:srgbClr val="569CD6"/>
                </a:solidFill>
                <a:effectLst/>
                <a:latin typeface="Consolas" panose="020B0609020204030204" pitchFamily="49" charset="0"/>
              </a:rPr>
              <a:t>def</a:t>
            </a:r>
            <a:r>
              <a:rPr lang="en-US" sz="1050" b="0" dirty="0">
                <a:solidFill>
                  <a:srgbClr val="D4D4D4"/>
                </a:solidFill>
                <a:effectLst/>
                <a:latin typeface="Consolas" panose="020B0609020204030204" pitchFamily="49" charset="0"/>
              </a:rPr>
              <a:t> </a:t>
            </a:r>
            <a:r>
              <a:rPr lang="en-US" sz="1050" b="0" dirty="0">
                <a:solidFill>
                  <a:srgbClr val="DCDCAA"/>
                </a:solidFill>
                <a:effectLst/>
                <a:latin typeface="Consolas" panose="020B0609020204030204" pitchFamily="49" charset="0"/>
              </a:rPr>
              <a:t>merge_excel_files</a:t>
            </a:r>
            <a:r>
              <a:rPr lang="en-US" sz="1050" b="0" dirty="0">
                <a:solidFill>
                  <a:srgbClr val="D4D4D4"/>
                </a:solidFill>
                <a:effectLst/>
                <a:latin typeface="Consolas" panose="020B0609020204030204" pitchFamily="49" charset="0"/>
              </a:rPr>
              <a:t>(</a:t>
            </a:r>
            <a:r>
              <a:rPr lang="en-US" sz="1050" b="0" dirty="0">
                <a:solidFill>
                  <a:srgbClr val="9CDCFE"/>
                </a:solidFill>
                <a:effectLst/>
                <a:latin typeface="Consolas" panose="020B0609020204030204" pitchFamily="49" charset="0"/>
              </a:rPr>
              <a:t>folder_path</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a:t>
            </a:r>
            <a:r>
              <a:rPr lang="en-US" sz="1050" b="0" dirty="0">
                <a:solidFill>
                  <a:srgbClr val="CE9178"/>
                </a:solidFill>
                <a:effectLst/>
                <a:latin typeface="Consolas" panose="020B0609020204030204" pitchFamily="49" charset="0"/>
              </a:rPr>
              <a:t>"""Combine synthetic or other approved workbook data into merged_customers.csv."""</a:t>
            </a:r>
            <a:endParaRPr lang="en-US" sz="1050" b="0" dirty="0">
              <a:solidFill>
                <a:srgbClr val="D4D4D4"/>
              </a:solidFill>
              <a:effectLst/>
              <a:latin typeface="Consolas" panose="020B0609020204030204" pitchFamily="49" charset="0"/>
            </a:endParaRPr>
          </a:p>
          <a:p>
            <a:r>
              <a:rPr lang="en-US" sz="1050" b="0" dirty="0">
                <a:solidFill>
                  <a:srgbClr val="D4D4D4"/>
                </a:solidFill>
                <a:effectLst/>
                <a:latin typeface="Consolas" panose="020B0609020204030204" pitchFamily="49" charset="0"/>
              </a:rPr>
              <a:t>    folder = Path(folder_path)</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if</a:t>
            </a:r>
            <a:r>
              <a:rPr lang="en-US" sz="1050" b="0" dirty="0">
                <a:solidFill>
                  <a:srgbClr val="D4D4D4"/>
                </a:solidFill>
                <a:effectLst/>
                <a:latin typeface="Consolas" panose="020B0609020204030204" pitchFamily="49" charset="0"/>
              </a:rPr>
              <a:t> </a:t>
            </a:r>
            <a:r>
              <a:rPr lang="en-US" sz="1050" b="0" dirty="0">
                <a:solidFill>
                  <a:srgbClr val="569CD6"/>
                </a:solidFill>
                <a:effectLst/>
                <a:latin typeface="Consolas" panose="020B0609020204030204" pitchFamily="49" charset="0"/>
              </a:rPr>
              <a:t>not</a:t>
            </a:r>
            <a:r>
              <a:rPr lang="en-US" sz="1050" b="0" dirty="0">
                <a:solidFill>
                  <a:srgbClr val="D4D4D4"/>
                </a:solidFill>
                <a:effectLst/>
                <a:latin typeface="Consolas" panose="020B0609020204030204" pitchFamily="49" charset="0"/>
              </a:rPr>
              <a:t> folder.is_dir():</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raise</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NotADirectoryError</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f</a:t>
            </a:r>
            <a:r>
              <a:rPr lang="en-US" sz="1050" b="0" dirty="0">
                <a:solidFill>
                  <a:srgbClr val="CE9178"/>
                </a:solidFill>
                <a:effectLst/>
                <a:latin typeface="Consolas" panose="020B0609020204030204" pitchFamily="49" charset="0"/>
              </a:rPr>
              <a:t>"Folder does not exist or is not a directory: </a:t>
            </a:r>
            <a:r>
              <a:rPr lang="en-US" sz="1050" b="0" dirty="0">
                <a:solidFill>
                  <a:srgbClr val="569CD6"/>
                </a:solidFill>
                <a:effectLst/>
                <a:latin typeface="Consolas" panose="020B0609020204030204" pitchFamily="49" charset="0"/>
              </a:rPr>
              <a:t>{</a:t>
            </a:r>
            <a:r>
              <a:rPr lang="en-US" sz="1050" b="0" dirty="0">
                <a:solidFill>
                  <a:srgbClr val="D4D4D4"/>
                </a:solidFill>
                <a:effectLst/>
                <a:latin typeface="Consolas" panose="020B0609020204030204" pitchFamily="49" charset="0"/>
              </a:rPr>
              <a:t>folder</a:t>
            </a:r>
            <a:r>
              <a:rPr lang="en-US" sz="1050" b="0" dirty="0">
                <a:solidFill>
                  <a:srgbClr val="569CD6"/>
                </a:solidFill>
                <a:effectLst/>
                <a:latin typeface="Consolas" panose="020B0609020204030204" pitchFamily="49" charset="0"/>
              </a:rPr>
              <a:t>}</a:t>
            </a:r>
            <a:r>
              <a:rPr lang="en-US" sz="1050" b="0" dirty="0">
                <a:solidFill>
                  <a:srgbClr val="CE9178"/>
                </a:solidFill>
                <a:effectLst/>
                <a:latin typeface="Consolas" panose="020B0609020204030204" pitchFamily="49" charset="0"/>
              </a:rPr>
              <a:t>"</a:t>
            </a:r>
            <a:r>
              <a:rPr lang="en-US" sz="1050" b="0" dirty="0">
                <a:solidFill>
                  <a:srgbClr val="D4D4D4"/>
                </a:solidFill>
                <a:effectLst/>
                <a:latin typeface="Consolas" panose="020B0609020204030204" pitchFamily="49" charset="0"/>
              </a:rPr>
              <a:t>)</a:t>
            </a:r>
          </a:p>
          <a:p>
            <a:br>
              <a:rPr lang="en-US" sz="1050" b="0" dirty="0">
                <a:solidFill>
                  <a:srgbClr val="D4D4D4"/>
                </a:solidFill>
                <a:effectLst/>
                <a:latin typeface="Consolas" panose="020B0609020204030204" pitchFamily="49" charset="0"/>
              </a:rPr>
            </a:br>
            <a:r>
              <a:rPr lang="en-US" sz="1050" b="0" dirty="0">
                <a:solidFill>
                  <a:srgbClr val="D4D4D4"/>
                </a:solidFill>
                <a:effectLst/>
                <a:latin typeface="Consolas" panose="020B0609020204030204" pitchFamily="49" charset="0"/>
              </a:rPr>
              <a:t>    excel_files = </a:t>
            </a:r>
            <a:r>
              <a:rPr lang="en-US" sz="1050" b="0" dirty="0">
                <a:solidFill>
                  <a:srgbClr val="DCDCAA"/>
                </a:solidFill>
                <a:effectLst/>
                <a:latin typeface="Consolas" panose="020B0609020204030204" pitchFamily="49" charset="0"/>
              </a:rPr>
              <a:t>sorted</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(path </a:t>
            </a:r>
            <a:r>
              <a:rPr lang="en-US" sz="1050" b="0" dirty="0">
                <a:solidFill>
                  <a:srgbClr val="C586C0"/>
                </a:solidFill>
                <a:effectLst/>
                <a:latin typeface="Consolas" panose="020B0609020204030204" pitchFamily="49" charset="0"/>
              </a:rPr>
              <a:t>for</a:t>
            </a:r>
            <a:r>
              <a:rPr lang="en-US" sz="1050" b="0" dirty="0">
                <a:solidFill>
                  <a:srgbClr val="D4D4D4"/>
                </a:solidFill>
                <a:effectLst/>
                <a:latin typeface="Consolas" panose="020B0609020204030204" pitchFamily="49" charset="0"/>
              </a:rPr>
              <a:t> path </a:t>
            </a:r>
            <a:r>
              <a:rPr lang="en-US" sz="1050" b="0" dirty="0">
                <a:solidFill>
                  <a:srgbClr val="C586C0"/>
                </a:solidFill>
                <a:effectLst/>
                <a:latin typeface="Consolas" panose="020B0609020204030204" pitchFamily="49" charset="0"/>
              </a:rPr>
              <a:t>in</a:t>
            </a:r>
            <a:r>
              <a:rPr lang="en-US" sz="1050" b="0" dirty="0">
                <a:solidFill>
                  <a:srgbClr val="D4D4D4"/>
                </a:solidFill>
                <a:effectLst/>
                <a:latin typeface="Consolas" panose="020B0609020204030204" pitchFamily="49" charset="0"/>
              </a:rPr>
              <a:t> folder.glob(</a:t>
            </a:r>
            <a:r>
              <a:rPr lang="en-US" sz="1050" b="0" dirty="0">
                <a:solidFill>
                  <a:srgbClr val="CE9178"/>
                </a:solidFill>
                <a:effectLst/>
                <a:latin typeface="Consolas" panose="020B0609020204030204" pitchFamily="49" charset="0"/>
              </a:rPr>
              <a:t>"*.xlsx"</a:t>
            </a:r>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if</a:t>
            </a:r>
            <a:r>
              <a:rPr lang="en-US" sz="1050" b="0" dirty="0">
                <a:solidFill>
                  <a:srgbClr val="D4D4D4"/>
                </a:solidFill>
                <a:effectLst/>
                <a:latin typeface="Consolas" panose="020B0609020204030204" pitchFamily="49" charset="0"/>
              </a:rPr>
              <a:t> path.is_file()),</a:t>
            </a:r>
          </a:p>
          <a:p>
            <a:r>
              <a:rPr lang="en-US" sz="1050" b="0" dirty="0">
                <a:solidFill>
                  <a:srgbClr val="D4D4D4"/>
                </a:solidFill>
                <a:effectLst/>
                <a:latin typeface="Consolas" panose="020B0609020204030204" pitchFamily="49" charset="0"/>
              </a:rPr>
              <a:t>        </a:t>
            </a:r>
            <a:r>
              <a:rPr lang="en-US" sz="1050" b="0" dirty="0">
                <a:solidFill>
                  <a:srgbClr val="9CDCFE"/>
                </a:solidFill>
                <a:effectLst/>
                <a:latin typeface="Consolas" panose="020B0609020204030204" pitchFamily="49" charset="0"/>
              </a:rPr>
              <a:t>key</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lambda</a:t>
            </a:r>
            <a:r>
              <a:rPr lang="en-US" sz="1050" b="0" dirty="0">
                <a:solidFill>
                  <a:srgbClr val="D4D4D4"/>
                </a:solidFill>
                <a:effectLst/>
                <a:latin typeface="Consolas" panose="020B0609020204030204" pitchFamily="49" charset="0"/>
              </a:rPr>
              <a:t> </a:t>
            </a:r>
            <a:r>
              <a:rPr lang="en-US" sz="1050" b="0" dirty="0">
                <a:solidFill>
                  <a:srgbClr val="9CDCFE"/>
                </a:solidFill>
                <a:effectLst/>
                <a:latin typeface="Consolas" panose="020B0609020204030204" pitchFamily="49" charset="0"/>
              </a:rPr>
              <a:t>path</a:t>
            </a:r>
            <a:r>
              <a:rPr lang="en-US" sz="1050" b="0" dirty="0">
                <a:solidFill>
                  <a:srgbClr val="D4D4D4"/>
                </a:solidFill>
                <a:effectLst/>
                <a:latin typeface="Consolas" panose="020B0609020204030204" pitchFamily="49" charset="0"/>
              </a:rPr>
              <a:t>: path.name.casefold(),</a:t>
            </a:r>
          </a:p>
          <a:p>
            <a:r>
              <a:rPr lang="en-US" sz="1050" b="0" dirty="0">
                <a:solidFill>
                  <a:srgbClr val="D4D4D4"/>
                </a:solidFill>
                <a:effectLst/>
                <a:latin typeface="Consolas" panose="020B0609020204030204" pitchFamily="49" charset="0"/>
              </a:rPr>
              <a:t>    )</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if</a:t>
            </a:r>
            <a:r>
              <a:rPr lang="en-US" sz="1050" b="0" dirty="0">
                <a:solidFill>
                  <a:srgbClr val="D4D4D4"/>
                </a:solidFill>
                <a:effectLst/>
                <a:latin typeface="Consolas" panose="020B0609020204030204" pitchFamily="49" charset="0"/>
              </a:rPr>
              <a:t> </a:t>
            </a:r>
            <a:r>
              <a:rPr lang="en-US" sz="1050" b="0" dirty="0">
                <a:solidFill>
                  <a:srgbClr val="569CD6"/>
                </a:solidFill>
                <a:effectLst/>
                <a:latin typeface="Consolas" panose="020B0609020204030204" pitchFamily="49" charset="0"/>
              </a:rPr>
              <a:t>not</a:t>
            </a:r>
            <a:r>
              <a:rPr lang="en-US" sz="1050" b="0" dirty="0">
                <a:solidFill>
                  <a:srgbClr val="D4D4D4"/>
                </a:solidFill>
                <a:effectLst/>
                <a:latin typeface="Consolas" panose="020B0609020204030204" pitchFamily="49" charset="0"/>
              </a:rPr>
              <a:t> excel_files:</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raise</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FileNotFoundError</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f</a:t>
            </a:r>
            <a:r>
              <a:rPr lang="en-US" sz="1050" b="0" dirty="0">
                <a:solidFill>
                  <a:srgbClr val="CE9178"/>
                </a:solidFill>
                <a:effectLst/>
                <a:latin typeface="Consolas" panose="020B0609020204030204" pitchFamily="49" charset="0"/>
              </a:rPr>
              <a:t>"No .xlsx files found directly in </a:t>
            </a:r>
            <a:r>
              <a:rPr lang="en-US" sz="1050" b="0" dirty="0">
                <a:solidFill>
                  <a:srgbClr val="569CD6"/>
                </a:solidFill>
                <a:effectLst/>
                <a:latin typeface="Consolas" panose="020B0609020204030204" pitchFamily="49" charset="0"/>
              </a:rPr>
              <a:t>{</a:t>
            </a:r>
            <a:r>
              <a:rPr lang="en-US" sz="1050" b="0" dirty="0">
                <a:solidFill>
                  <a:srgbClr val="D4D4D4"/>
                </a:solidFill>
                <a:effectLst/>
                <a:latin typeface="Consolas" panose="020B0609020204030204" pitchFamily="49" charset="0"/>
              </a:rPr>
              <a:t>folder</a:t>
            </a:r>
            <a:r>
              <a:rPr lang="en-US" sz="1050" b="0" dirty="0">
                <a:solidFill>
                  <a:srgbClr val="569CD6"/>
                </a:solidFill>
                <a:effectLst/>
                <a:latin typeface="Consolas" panose="020B0609020204030204" pitchFamily="49" charset="0"/>
              </a:rPr>
              <a:t>}</a:t>
            </a:r>
            <a:r>
              <a:rPr lang="en-US" sz="1050" b="0" dirty="0">
                <a:solidFill>
                  <a:srgbClr val="CE9178"/>
                </a:solidFill>
                <a:effectLst/>
                <a:latin typeface="Consolas" panose="020B0609020204030204" pitchFamily="49" charset="0"/>
              </a:rPr>
              <a:t>"</a:t>
            </a:r>
            <a:r>
              <a:rPr lang="en-US" sz="1050" b="0" dirty="0">
                <a:solidFill>
                  <a:srgbClr val="D4D4D4"/>
                </a:solidFill>
                <a:effectLst/>
                <a:latin typeface="Consolas" panose="020B0609020204030204" pitchFamily="49" charset="0"/>
              </a:rPr>
              <a:t>)</a:t>
            </a:r>
          </a:p>
          <a:p>
            <a:br>
              <a:rPr lang="en-US" sz="1050" b="0" dirty="0">
                <a:solidFill>
                  <a:srgbClr val="D4D4D4"/>
                </a:solidFill>
                <a:effectLst/>
                <a:latin typeface="Consolas" panose="020B0609020204030204" pitchFamily="49" charset="0"/>
              </a:rPr>
            </a:br>
            <a:r>
              <a:rPr lang="en-US" sz="1050" b="0" dirty="0">
                <a:solidFill>
                  <a:srgbClr val="D4D4D4"/>
                </a:solidFill>
                <a:effectLst/>
                <a:latin typeface="Consolas" panose="020B0609020204030204" pitchFamily="49" charset="0"/>
              </a:rPr>
              <a:t>    frames = []</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for</a:t>
            </a:r>
            <a:r>
              <a:rPr lang="en-US" sz="1050" b="0" dirty="0">
                <a:solidFill>
                  <a:srgbClr val="D4D4D4"/>
                </a:solidFill>
                <a:effectLst/>
                <a:latin typeface="Consolas" panose="020B0609020204030204" pitchFamily="49" charset="0"/>
              </a:rPr>
              <a:t> workbook </a:t>
            </a:r>
            <a:r>
              <a:rPr lang="en-US" sz="1050" b="0" dirty="0">
                <a:solidFill>
                  <a:srgbClr val="C586C0"/>
                </a:solidFill>
                <a:effectLst/>
                <a:latin typeface="Consolas" panose="020B0609020204030204" pitchFamily="49" charset="0"/>
              </a:rPr>
              <a:t>in</a:t>
            </a:r>
            <a:r>
              <a:rPr lang="en-US" sz="1050" b="0" dirty="0">
                <a:solidFill>
                  <a:srgbClr val="D4D4D4"/>
                </a:solidFill>
                <a:effectLst/>
                <a:latin typeface="Consolas" panose="020B0609020204030204" pitchFamily="49" charset="0"/>
              </a:rPr>
              <a:t> excel_files:</a:t>
            </a:r>
          </a:p>
          <a:p>
            <a:r>
              <a:rPr lang="en-US" sz="1050" b="0" dirty="0">
                <a:solidFill>
                  <a:srgbClr val="D4D4D4"/>
                </a:solidFill>
                <a:effectLst/>
                <a:latin typeface="Consolas" panose="020B0609020204030204" pitchFamily="49" charset="0"/>
              </a:rPr>
              <a:t>        frame = pd.read_excel(workbook, </a:t>
            </a:r>
            <a:r>
              <a:rPr lang="en-US" sz="1050" b="0" dirty="0">
                <a:solidFill>
                  <a:srgbClr val="9CDCFE"/>
                </a:solidFill>
                <a:effectLst/>
                <a:latin typeface="Consolas" panose="020B0609020204030204" pitchFamily="49" charset="0"/>
              </a:rPr>
              <a:t>sheet_name</a:t>
            </a:r>
            <a:r>
              <a:rPr lang="en-US" sz="1050" b="0" dirty="0">
                <a:solidFill>
                  <a:srgbClr val="D4D4D4"/>
                </a:solidFill>
                <a:effectLst/>
                <a:latin typeface="Consolas" panose="020B0609020204030204" pitchFamily="49" charset="0"/>
              </a:rPr>
              <a:t>=</a:t>
            </a:r>
            <a:r>
              <a:rPr lang="en-US" sz="1050" b="0" dirty="0">
                <a:solidFill>
                  <a:srgbClr val="B5CEA8"/>
                </a:solidFill>
                <a:effectLst/>
                <a:latin typeface="Consolas" panose="020B0609020204030204" pitchFamily="49" charset="0"/>
              </a:rPr>
              <a:t>0</a:t>
            </a:r>
            <a:r>
              <a:rPr lang="en-US" sz="1050" b="0" dirty="0">
                <a:solidFill>
                  <a:srgbClr val="D4D4D4"/>
                </a:solidFill>
                <a:effectLst/>
                <a:latin typeface="Consolas" panose="020B0609020204030204" pitchFamily="49" charset="0"/>
              </a:rPr>
              <a:t>, </a:t>
            </a:r>
            <a:r>
              <a:rPr lang="en-US" sz="1050" b="0" dirty="0">
                <a:solidFill>
                  <a:srgbClr val="9CDCFE"/>
                </a:solidFill>
                <a:effectLst/>
                <a:latin typeface="Consolas" panose="020B0609020204030204" pitchFamily="49" charset="0"/>
              </a:rPr>
              <a:t>engine</a:t>
            </a:r>
            <a:r>
              <a:rPr lang="en-US" sz="1050" b="0" dirty="0">
                <a:solidFill>
                  <a:srgbClr val="D4D4D4"/>
                </a:solidFill>
                <a:effectLst/>
                <a:latin typeface="Consolas" panose="020B0609020204030204" pitchFamily="49" charset="0"/>
              </a:rPr>
              <a:t>=</a:t>
            </a:r>
            <a:r>
              <a:rPr lang="en-US" sz="1050" b="0" dirty="0">
                <a:solidFill>
                  <a:srgbClr val="CE9178"/>
                </a:solidFill>
                <a:effectLst/>
                <a:latin typeface="Consolas" panose="020B0609020204030204" pitchFamily="49" charset="0"/>
              </a:rPr>
              <a:t>"openpyxl"</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if</a:t>
            </a:r>
            <a:r>
              <a:rPr lang="en-US" sz="1050" b="0" dirty="0">
                <a:solidFill>
                  <a:srgbClr val="D4D4D4"/>
                </a:solidFill>
                <a:effectLst/>
                <a:latin typeface="Consolas" panose="020B0609020204030204" pitchFamily="49" charset="0"/>
              </a:rPr>
              <a:t> </a:t>
            </a:r>
            <a:r>
              <a:rPr lang="en-US" sz="1050" b="0" dirty="0">
                <a:solidFill>
                  <a:srgbClr val="CE9178"/>
                </a:solidFill>
                <a:effectLst/>
                <a:latin typeface="Consolas" panose="020B0609020204030204" pitchFamily="49" charset="0"/>
              </a:rPr>
              <a:t>"Cust_ID"</a:t>
            </a:r>
            <a:r>
              <a:rPr lang="en-US" sz="1050" b="0" dirty="0">
                <a:solidFill>
                  <a:srgbClr val="D4D4D4"/>
                </a:solidFill>
                <a:effectLst/>
                <a:latin typeface="Consolas" panose="020B0609020204030204" pitchFamily="49" charset="0"/>
              </a:rPr>
              <a:t> </a:t>
            </a:r>
            <a:r>
              <a:rPr lang="en-US" sz="1050" b="0" dirty="0">
                <a:solidFill>
                  <a:srgbClr val="569CD6"/>
                </a:solidFill>
                <a:effectLst/>
                <a:latin typeface="Consolas" panose="020B0609020204030204" pitchFamily="49" charset="0"/>
              </a:rPr>
              <a:t>not</a:t>
            </a:r>
            <a:r>
              <a:rPr lang="en-US" sz="1050" b="0" dirty="0">
                <a:solidFill>
                  <a:srgbClr val="D4D4D4"/>
                </a:solidFill>
                <a:effectLst/>
                <a:latin typeface="Consolas" panose="020B0609020204030204" pitchFamily="49" charset="0"/>
              </a:rPr>
              <a:t> </a:t>
            </a:r>
            <a:r>
              <a:rPr lang="en-US" sz="1050" b="0" dirty="0">
                <a:solidFill>
                  <a:srgbClr val="569CD6"/>
                </a:solidFill>
                <a:effectLst/>
                <a:latin typeface="Consolas" panose="020B0609020204030204" pitchFamily="49" charset="0"/>
              </a:rPr>
              <a:t>in</a:t>
            </a:r>
            <a:r>
              <a:rPr lang="en-US" sz="1050" b="0" dirty="0">
                <a:solidFill>
                  <a:srgbClr val="D4D4D4"/>
                </a:solidFill>
                <a:effectLst/>
                <a:latin typeface="Consolas" panose="020B0609020204030204" pitchFamily="49" charset="0"/>
              </a:rPr>
              <a:t> frame.columns:</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raise</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ValueError</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f</a:t>
            </a:r>
            <a:r>
              <a:rPr lang="en-US" sz="1050" b="0" dirty="0">
                <a:solidFill>
                  <a:srgbClr val="CE9178"/>
                </a:solidFill>
                <a:effectLst/>
                <a:latin typeface="Consolas" panose="020B0609020204030204" pitchFamily="49" charset="0"/>
              </a:rPr>
              <a:t>"Workbook is missing the required Cust_ID column: </a:t>
            </a:r>
            <a:r>
              <a:rPr lang="en-US" sz="1050" b="0" dirty="0">
                <a:solidFill>
                  <a:srgbClr val="569CD6"/>
                </a:solidFill>
                <a:effectLst/>
                <a:latin typeface="Consolas" panose="020B0609020204030204" pitchFamily="49" charset="0"/>
              </a:rPr>
              <a:t>{</a:t>
            </a:r>
            <a:r>
              <a:rPr lang="en-US" sz="1050" b="0" dirty="0">
                <a:solidFill>
                  <a:srgbClr val="D4D4D4"/>
                </a:solidFill>
                <a:effectLst/>
                <a:latin typeface="Consolas" panose="020B0609020204030204" pitchFamily="49" charset="0"/>
              </a:rPr>
              <a:t>workbook.name</a:t>
            </a:r>
            <a:r>
              <a:rPr lang="en-US" sz="1050" b="0" dirty="0">
                <a:solidFill>
                  <a:srgbClr val="569CD6"/>
                </a:solidFill>
                <a:effectLst/>
                <a:latin typeface="Consolas" panose="020B0609020204030204" pitchFamily="49" charset="0"/>
              </a:rPr>
              <a:t>}</a:t>
            </a:r>
            <a:r>
              <a:rPr lang="en-US" sz="1050" b="0" dirty="0">
                <a:solidFill>
                  <a:srgbClr val="CE9178"/>
                </a:solidFill>
                <a:effectLst/>
                <a:latin typeface="Consolas" panose="020B0609020204030204" pitchFamily="49" charset="0"/>
              </a:rPr>
              <a:t>"</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frames.append(frame.rename(</a:t>
            </a:r>
            <a:r>
              <a:rPr lang="en-US" sz="1050" b="0" dirty="0">
                <a:solidFill>
                  <a:srgbClr val="9CDCFE"/>
                </a:solidFill>
                <a:effectLst/>
                <a:latin typeface="Consolas" panose="020B0609020204030204" pitchFamily="49" charset="0"/>
              </a:rPr>
              <a:t>columns</a:t>
            </a:r>
            <a:r>
              <a:rPr lang="en-US" sz="1050" b="0" dirty="0">
                <a:solidFill>
                  <a:srgbClr val="D4D4D4"/>
                </a:solidFill>
                <a:effectLst/>
                <a:latin typeface="Consolas" panose="020B0609020204030204" pitchFamily="49" charset="0"/>
              </a:rPr>
              <a:t>={</a:t>
            </a:r>
            <a:r>
              <a:rPr lang="en-US" sz="1050" b="0" dirty="0">
                <a:solidFill>
                  <a:srgbClr val="CE9178"/>
                </a:solidFill>
                <a:effectLst/>
                <a:latin typeface="Consolas" panose="020B0609020204030204" pitchFamily="49" charset="0"/>
              </a:rPr>
              <a:t>"Cust_ID"</a:t>
            </a:r>
            <a:r>
              <a:rPr lang="en-US" sz="1050" b="0" dirty="0">
                <a:solidFill>
                  <a:srgbClr val="D4D4D4"/>
                </a:solidFill>
                <a:effectLst/>
                <a:latin typeface="Consolas" panose="020B0609020204030204" pitchFamily="49" charset="0"/>
              </a:rPr>
              <a:t>: </a:t>
            </a:r>
            <a:r>
              <a:rPr lang="en-US" sz="1050" b="0" dirty="0">
                <a:solidFill>
                  <a:srgbClr val="CE9178"/>
                </a:solidFill>
                <a:effectLst/>
                <a:latin typeface="Consolas" panose="020B0609020204030204" pitchFamily="49" charset="0"/>
              </a:rPr>
              <a:t>"Customer ID"</a:t>
            </a:r>
            <a:r>
              <a:rPr lang="en-US" sz="1050" b="0" dirty="0">
                <a:solidFill>
                  <a:srgbClr val="D4D4D4"/>
                </a:solidFill>
                <a:effectLst/>
                <a:latin typeface="Consolas" panose="020B0609020204030204" pitchFamily="49" charset="0"/>
              </a:rPr>
              <a:t>}))</a:t>
            </a:r>
          </a:p>
          <a:p>
            <a:br>
              <a:rPr lang="en-US" sz="1050" b="0" dirty="0">
                <a:solidFill>
                  <a:srgbClr val="D4D4D4"/>
                </a:solidFill>
                <a:effectLst/>
                <a:latin typeface="Consolas" panose="020B0609020204030204" pitchFamily="49" charset="0"/>
              </a:rPr>
            </a:br>
            <a:r>
              <a:rPr lang="en-US" sz="1050" b="0" dirty="0">
                <a:solidFill>
                  <a:srgbClr val="D4D4D4"/>
                </a:solidFill>
                <a:effectLst/>
                <a:latin typeface="Consolas" panose="020B0609020204030204" pitchFamily="49" charset="0"/>
              </a:rPr>
              <a:t>    combined = pd.concat(frames, </a:t>
            </a:r>
            <a:r>
              <a:rPr lang="en-US" sz="1050" b="0" dirty="0">
                <a:solidFill>
                  <a:srgbClr val="9CDCFE"/>
                </a:solidFill>
                <a:effectLst/>
                <a:latin typeface="Consolas" panose="020B0609020204030204" pitchFamily="49" charset="0"/>
              </a:rPr>
              <a:t>ignore_index</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True</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combined = combined.drop_duplicates(</a:t>
            </a:r>
            <a:r>
              <a:rPr lang="en-US" sz="1050" b="0" dirty="0">
                <a:solidFill>
                  <a:srgbClr val="9CDCFE"/>
                </a:solidFill>
                <a:effectLst/>
                <a:latin typeface="Consolas" panose="020B0609020204030204" pitchFamily="49" charset="0"/>
              </a:rPr>
              <a:t>subset</a:t>
            </a:r>
            <a:r>
              <a:rPr lang="en-US" sz="1050" b="0" dirty="0">
                <a:solidFill>
                  <a:srgbClr val="D4D4D4"/>
                </a:solidFill>
                <a:effectLst/>
                <a:latin typeface="Consolas" panose="020B0609020204030204" pitchFamily="49" charset="0"/>
              </a:rPr>
              <a:t>=[</a:t>
            </a:r>
            <a:r>
              <a:rPr lang="en-US" sz="1050" b="0" dirty="0">
                <a:solidFill>
                  <a:srgbClr val="CE9178"/>
                </a:solidFill>
                <a:effectLst/>
                <a:latin typeface="Consolas" panose="020B0609020204030204" pitchFamily="49" charset="0"/>
              </a:rPr>
              <a:t>"Customer ID"</a:t>
            </a:r>
            <a:r>
              <a:rPr lang="en-US" sz="1050" b="0" dirty="0">
                <a:solidFill>
                  <a:srgbClr val="D4D4D4"/>
                </a:solidFill>
                <a:effectLst/>
                <a:latin typeface="Consolas" panose="020B0609020204030204" pitchFamily="49" charset="0"/>
              </a:rPr>
              <a:t>], </a:t>
            </a:r>
            <a:r>
              <a:rPr lang="en-US" sz="1050" b="0" dirty="0">
                <a:solidFill>
                  <a:srgbClr val="9CDCFE"/>
                </a:solidFill>
                <a:effectLst/>
                <a:latin typeface="Consolas" panose="020B0609020204030204" pitchFamily="49" charset="0"/>
              </a:rPr>
              <a:t>keep</a:t>
            </a:r>
            <a:r>
              <a:rPr lang="en-US" sz="1050" b="0" dirty="0">
                <a:solidFill>
                  <a:srgbClr val="D4D4D4"/>
                </a:solidFill>
                <a:effectLst/>
                <a:latin typeface="Consolas" panose="020B0609020204030204" pitchFamily="49" charset="0"/>
              </a:rPr>
              <a:t>=</a:t>
            </a:r>
            <a:r>
              <a:rPr lang="en-US" sz="1050" b="0" dirty="0">
                <a:solidFill>
                  <a:srgbClr val="CE9178"/>
                </a:solidFill>
                <a:effectLst/>
                <a:latin typeface="Consolas" panose="020B0609020204030204" pitchFamily="49" charset="0"/>
              </a:rPr>
              <a:t>"first"</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output_path = folder / </a:t>
            </a:r>
            <a:r>
              <a:rPr lang="en-US" sz="1050" b="0" dirty="0">
                <a:solidFill>
                  <a:srgbClr val="CE9178"/>
                </a:solidFill>
                <a:effectLst/>
                <a:latin typeface="Consolas" panose="020B0609020204030204" pitchFamily="49" charset="0"/>
              </a:rPr>
              <a:t>"merged_customers.csv"</a:t>
            </a:r>
            <a:endParaRPr lang="en-US" sz="1050" b="0" dirty="0">
              <a:solidFill>
                <a:srgbClr val="D4D4D4"/>
              </a:solidFill>
              <a:effectLst/>
              <a:latin typeface="Consolas" panose="020B0609020204030204" pitchFamily="49" charset="0"/>
            </a:endParaRPr>
          </a:p>
          <a:p>
            <a:r>
              <a:rPr lang="en-US" sz="1050" b="0" dirty="0">
                <a:solidFill>
                  <a:srgbClr val="D4D4D4"/>
                </a:solidFill>
                <a:effectLst/>
                <a:latin typeface="Consolas" panose="020B0609020204030204" pitchFamily="49" charset="0"/>
              </a:rPr>
              <a:t>    combined.to_csv(output_path, </a:t>
            </a:r>
            <a:r>
              <a:rPr lang="en-US" sz="1050" b="0" dirty="0">
                <a:solidFill>
                  <a:srgbClr val="9CDCFE"/>
                </a:solidFill>
                <a:effectLst/>
                <a:latin typeface="Consolas" panose="020B0609020204030204" pitchFamily="49" charset="0"/>
              </a:rPr>
              <a:t>index</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False</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return</a:t>
            </a:r>
            <a:r>
              <a:rPr lang="en-US" sz="1050" b="0" dirty="0">
                <a:solidFill>
                  <a:srgbClr val="D4D4D4"/>
                </a:solidFill>
                <a:effectLst/>
                <a:latin typeface="Consolas" panose="020B0609020204030204" pitchFamily="49" charset="0"/>
              </a:rPr>
              <a:t> output_path</a:t>
            </a:r>
          </a:p>
          <a:p>
            <a:br>
              <a:rPr lang="en-US" sz="1050" b="0" dirty="0">
                <a:solidFill>
                  <a:srgbClr val="D4D4D4"/>
                </a:solidFill>
                <a:effectLst/>
                <a:latin typeface="Consolas" panose="020B0609020204030204" pitchFamily="49" charset="0"/>
              </a:rPr>
            </a:br>
            <a:br>
              <a:rPr lang="en-US" sz="1050" b="0" dirty="0">
                <a:solidFill>
                  <a:srgbClr val="D4D4D4"/>
                </a:solidFill>
                <a:effectLst/>
                <a:latin typeface="Consolas" panose="020B0609020204030204" pitchFamily="49" charset="0"/>
              </a:rPr>
            </a:br>
            <a:r>
              <a:rPr lang="en-US" sz="1050" b="0" dirty="0">
                <a:solidFill>
                  <a:srgbClr val="C586C0"/>
                </a:solidFill>
                <a:effectLst/>
                <a:latin typeface="Consolas" panose="020B0609020204030204" pitchFamily="49" charset="0"/>
              </a:rPr>
              <a:t>if</a:t>
            </a:r>
            <a:r>
              <a:rPr lang="en-US" sz="1050" b="0" dirty="0">
                <a:solidFill>
                  <a:srgbClr val="D4D4D4"/>
                </a:solidFill>
                <a:effectLst/>
                <a:latin typeface="Consolas" panose="020B0609020204030204" pitchFamily="49" charset="0"/>
              </a:rPr>
              <a:t> </a:t>
            </a:r>
            <a:r>
              <a:rPr lang="en-US" sz="1050" b="0" dirty="0">
                <a:solidFill>
                  <a:srgbClr val="9CDCFE"/>
                </a:solidFill>
                <a:effectLst/>
                <a:latin typeface="Consolas" panose="020B0609020204030204" pitchFamily="49" charset="0"/>
              </a:rPr>
              <a:t>__name__</a:t>
            </a:r>
            <a:r>
              <a:rPr lang="en-US" sz="1050" b="0" dirty="0">
                <a:solidFill>
                  <a:srgbClr val="D4D4D4"/>
                </a:solidFill>
                <a:effectLst/>
                <a:latin typeface="Consolas" panose="020B0609020204030204" pitchFamily="49" charset="0"/>
              </a:rPr>
              <a:t> == </a:t>
            </a:r>
            <a:r>
              <a:rPr lang="en-US" sz="1050" b="0" dirty="0">
                <a:solidFill>
                  <a:srgbClr val="CE9178"/>
                </a:solidFill>
                <a:effectLst/>
                <a:latin typeface="Consolas" panose="020B0609020204030204" pitchFamily="49" charset="0"/>
              </a:rPr>
              <a:t>"__main__"</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try</a:t>
            </a:r>
            <a:r>
              <a:rPr lang="en-US" sz="1050" b="0" dirty="0">
                <a:solidFill>
                  <a:srgbClr val="D4D4D4"/>
                </a:solidFill>
                <a:effectLst/>
                <a:latin typeface="Consolas" panose="020B0609020204030204" pitchFamily="49" charset="0"/>
              </a:rPr>
              <a:t>:</a:t>
            </a:r>
          </a:p>
          <a:p>
            <a:r>
              <a:rPr lang="en-US" sz="1050" b="0" dirty="0">
                <a:solidFill>
                  <a:srgbClr val="D4D4D4"/>
                </a:solidFill>
                <a:effectLst/>
                <a:latin typeface="Consolas" panose="020B0609020204030204" pitchFamily="49" charset="0"/>
              </a:rPr>
              <a:t>        result = merge_excel_files(</a:t>
            </a:r>
            <a:r>
              <a:rPr lang="en-US" sz="1050" b="0" dirty="0">
                <a:solidFill>
                  <a:srgbClr val="DCDCAA"/>
                </a:solidFill>
                <a:effectLst/>
                <a:latin typeface="Consolas" panose="020B0609020204030204" pitchFamily="49" charset="0"/>
              </a:rPr>
              <a:t>input</a:t>
            </a:r>
            <a:r>
              <a:rPr lang="en-US" sz="1050" b="0" dirty="0">
                <a:solidFill>
                  <a:srgbClr val="D4D4D4"/>
                </a:solidFill>
                <a:effectLst/>
                <a:latin typeface="Consolas" panose="020B0609020204030204" pitchFamily="49" charset="0"/>
              </a:rPr>
              <a:t>(</a:t>
            </a:r>
            <a:r>
              <a:rPr lang="en-US" sz="1050" b="0" dirty="0">
                <a:solidFill>
                  <a:srgbClr val="CE9178"/>
                </a:solidFill>
                <a:effectLst/>
                <a:latin typeface="Consolas" panose="020B0609020204030204" pitchFamily="49" charset="0"/>
              </a:rPr>
              <a:t>"Folder containing synthetic .xlsx files: "</a:t>
            </a:r>
            <a:r>
              <a:rPr lang="en-US" sz="1050" b="0" dirty="0">
                <a:solidFill>
                  <a:srgbClr val="D4D4D4"/>
                </a:solidFill>
                <a:effectLst/>
                <a:latin typeface="Consolas" panose="020B0609020204030204" pitchFamily="49" charset="0"/>
              </a:rPr>
              <a:t>).strip())</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except</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FileNotFoundError</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NotADirectoryError</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ValueError</a:t>
            </a:r>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as</a:t>
            </a:r>
            <a:r>
              <a:rPr lang="en-US" sz="1050" b="0" dirty="0">
                <a:solidFill>
                  <a:srgbClr val="D4D4D4"/>
                </a:solidFill>
                <a:effectLst/>
                <a:latin typeface="Consolas" panose="020B0609020204030204" pitchFamily="49" charset="0"/>
              </a:rPr>
              <a:t> error:</a:t>
            </a:r>
          </a:p>
          <a:p>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raise</a:t>
            </a:r>
            <a:r>
              <a:rPr lang="en-US" sz="1050" b="0" dirty="0">
                <a:solidFill>
                  <a:srgbClr val="D4D4D4"/>
                </a:solidFill>
                <a:effectLst/>
                <a:latin typeface="Consolas" panose="020B0609020204030204" pitchFamily="49" charset="0"/>
              </a:rPr>
              <a:t> </a:t>
            </a:r>
            <a:r>
              <a:rPr lang="en-US" sz="1050" b="0" dirty="0">
                <a:solidFill>
                  <a:srgbClr val="4EC9B0"/>
                </a:solidFill>
                <a:effectLst/>
                <a:latin typeface="Consolas" panose="020B0609020204030204" pitchFamily="49" charset="0"/>
              </a:rPr>
              <a:t>SystemExit</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f</a:t>
            </a:r>
            <a:r>
              <a:rPr lang="en-US" sz="1050" b="0" dirty="0">
                <a:solidFill>
                  <a:srgbClr val="CE9178"/>
                </a:solidFill>
                <a:effectLst/>
                <a:latin typeface="Consolas" panose="020B0609020204030204" pitchFamily="49" charset="0"/>
              </a:rPr>
              <a:t>"Error: </a:t>
            </a:r>
            <a:r>
              <a:rPr lang="en-US" sz="1050" b="0" dirty="0">
                <a:solidFill>
                  <a:srgbClr val="569CD6"/>
                </a:solidFill>
                <a:effectLst/>
                <a:latin typeface="Consolas" panose="020B0609020204030204" pitchFamily="49" charset="0"/>
              </a:rPr>
              <a:t>{</a:t>
            </a:r>
            <a:r>
              <a:rPr lang="en-US" sz="1050" b="0" dirty="0">
                <a:solidFill>
                  <a:srgbClr val="D4D4D4"/>
                </a:solidFill>
                <a:effectLst/>
                <a:latin typeface="Consolas" panose="020B0609020204030204" pitchFamily="49" charset="0"/>
              </a:rPr>
              <a:t>error</a:t>
            </a:r>
            <a:r>
              <a:rPr lang="en-US" sz="1050" b="0" dirty="0">
                <a:solidFill>
                  <a:srgbClr val="569CD6"/>
                </a:solidFill>
                <a:effectLst/>
                <a:latin typeface="Consolas" panose="020B0609020204030204" pitchFamily="49" charset="0"/>
              </a:rPr>
              <a:t>}</a:t>
            </a:r>
            <a:r>
              <a:rPr lang="en-US" sz="1050" b="0" dirty="0">
                <a:solidFill>
                  <a:srgbClr val="CE9178"/>
                </a:solidFill>
                <a:effectLst/>
                <a:latin typeface="Consolas" panose="020B0609020204030204" pitchFamily="49" charset="0"/>
              </a:rPr>
              <a:t>"</a:t>
            </a:r>
            <a:r>
              <a:rPr lang="en-US" sz="1050" b="0" dirty="0">
                <a:solidFill>
                  <a:srgbClr val="D4D4D4"/>
                </a:solidFill>
                <a:effectLst/>
                <a:latin typeface="Consolas" panose="020B0609020204030204" pitchFamily="49" charset="0"/>
              </a:rPr>
              <a:t>) </a:t>
            </a:r>
            <a:r>
              <a:rPr lang="en-US" sz="1050" b="0" dirty="0">
                <a:solidFill>
                  <a:srgbClr val="C586C0"/>
                </a:solidFill>
                <a:effectLst/>
                <a:latin typeface="Consolas" panose="020B0609020204030204" pitchFamily="49" charset="0"/>
              </a:rPr>
              <a:t>from</a:t>
            </a:r>
            <a:r>
              <a:rPr lang="en-US" sz="1050" b="0" dirty="0">
                <a:solidFill>
                  <a:srgbClr val="D4D4D4"/>
                </a:solidFill>
                <a:effectLst/>
                <a:latin typeface="Consolas" panose="020B0609020204030204" pitchFamily="49" charset="0"/>
              </a:rPr>
              <a:t> error</a:t>
            </a:r>
          </a:p>
          <a:p>
            <a:r>
              <a:rPr lang="en-US" sz="1050" b="0" dirty="0">
                <a:solidFill>
                  <a:srgbClr val="D4D4D4"/>
                </a:solidFill>
                <a:effectLst/>
                <a:latin typeface="Consolas" panose="020B0609020204030204" pitchFamily="49" charset="0"/>
              </a:rPr>
              <a:t>    </a:t>
            </a:r>
            <a:r>
              <a:rPr lang="en-US" sz="1050" b="0" dirty="0">
                <a:solidFill>
                  <a:srgbClr val="DCDCAA"/>
                </a:solidFill>
                <a:effectLst/>
                <a:latin typeface="Consolas" panose="020B0609020204030204" pitchFamily="49" charset="0"/>
              </a:rPr>
              <a:t>print</a:t>
            </a:r>
            <a:r>
              <a:rPr lang="en-US" sz="1050" b="0" dirty="0">
                <a:solidFill>
                  <a:srgbClr val="D4D4D4"/>
                </a:solidFill>
                <a:effectLst/>
                <a:latin typeface="Consolas" panose="020B0609020204030204" pitchFamily="49" charset="0"/>
              </a:rPr>
              <a:t>(</a:t>
            </a:r>
            <a:r>
              <a:rPr lang="en-US" sz="1050" b="0" dirty="0">
                <a:solidFill>
                  <a:srgbClr val="569CD6"/>
                </a:solidFill>
                <a:effectLst/>
                <a:latin typeface="Consolas" panose="020B0609020204030204" pitchFamily="49" charset="0"/>
              </a:rPr>
              <a:t>f</a:t>
            </a:r>
            <a:r>
              <a:rPr lang="en-US" sz="1050" b="0" dirty="0">
                <a:solidFill>
                  <a:srgbClr val="CE9178"/>
                </a:solidFill>
                <a:effectLst/>
                <a:latin typeface="Consolas" panose="020B0609020204030204" pitchFamily="49" charset="0"/>
              </a:rPr>
              <a:t>"Merged data saved to </a:t>
            </a:r>
            <a:r>
              <a:rPr lang="en-US" sz="1050" b="0" dirty="0">
                <a:solidFill>
                  <a:srgbClr val="569CD6"/>
                </a:solidFill>
                <a:effectLst/>
                <a:latin typeface="Consolas" panose="020B0609020204030204" pitchFamily="49" charset="0"/>
              </a:rPr>
              <a:t>{</a:t>
            </a:r>
            <a:r>
              <a:rPr lang="en-US" sz="1050" b="0" dirty="0">
                <a:solidFill>
                  <a:srgbClr val="D4D4D4"/>
                </a:solidFill>
                <a:effectLst/>
                <a:latin typeface="Consolas" panose="020B0609020204030204" pitchFamily="49" charset="0"/>
              </a:rPr>
              <a:t>result</a:t>
            </a:r>
            <a:r>
              <a:rPr lang="en-US" sz="1050" b="0" dirty="0">
                <a:solidFill>
                  <a:srgbClr val="569CD6"/>
                </a:solidFill>
                <a:effectLst/>
                <a:latin typeface="Consolas" panose="020B0609020204030204" pitchFamily="49" charset="0"/>
              </a:rPr>
              <a:t>}</a:t>
            </a:r>
            <a:r>
              <a:rPr lang="en-US" sz="1050" b="0" dirty="0">
                <a:solidFill>
                  <a:srgbClr val="CE9178"/>
                </a:solidFill>
                <a:effectLst/>
                <a:latin typeface="Consolas" panose="020B0609020204030204" pitchFamily="49" charset="0"/>
              </a:rPr>
              <a:t>"</a:t>
            </a:r>
            <a:r>
              <a:rPr lang="en-US" sz="1050" b="0" dirty="0">
                <a:solidFill>
                  <a:srgbClr val="D4D4D4"/>
                </a:solidFill>
                <a:effectLst/>
                <a:latin typeface="Consolas" panose="020B0609020204030204" pitchFamily="49" charset="0"/>
              </a:rPr>
              <a:t>)</a:t>
            </a:r>
          </a:p>
          <a:p>
            <a:br>
              <a:rPr lang="en-US" sz="1050" b="0" dirty="0">
                <a:solidFill>
                  <a:srgbClr val="D4D4D4"/>
                </a:solidFill>
                <a:effectLst/>
                <a:latin typeface="Consolas" panose="020B0609020204030204" pitchFamily="49" charset="0"/>
              </a:rPr>
            </a:br>
            <a:endParaRPr lang="en-US" sz="1050" b="0" dirty="0">
              <a:solidFill>
                <a:srgbClr val="D4D4D4"/>
              </a:solidFill>
              <a:effectLst/>
              <a:latin typeface="Consolas" panose="020B0609020204030204" pitchFamily="49" charset="0"/>
            </a:endParaRPr>
          </a:p>
        </p:txBody>
      </p:sp>
      <p:sp>
        <p:nvSpPr>
          <p:cNvPr id="5" name="TextBox 4">
            <a:extLst>
              <a:ext uri="{FF2B5EF4-FFF2-40B4-BE49-F238E27FC236}">
                <a16:creationId xmlns:a16="http://schemas.microsoft.com/office/drawing/2014/main" id="{0465BF1A-1EAA-4489-9585-5148C2343CF2}"/>
              </a:ext>
            </a:extLst>
          </p:cNvPr>
          <p:cNvSpPr txBox="1"/>
          <p:nvPr/>
        </p:nvSpPr>
        <p:spPr>
          <a:xfrm>
            <a:off x="522514" y="412891"/>
            <a:ext cx="3295859" cy="707886"/>
          </a:xfrm>
          <a:prstGeom prst="rect">
            <a:avLst/>
          </a:prstGeom>
          <a:noFill/>
        </p:spPr>
        <p:txBody>
          <a:bodyPr wrap="square" rtlCol="0">
            <a:spAutoFit/>
          </a:bodyPr>
          <a:lstStyle/>
          <a:p>
            <a:r>
              <a:rPr lang="en-US" sz="4000" dirty="0"/>
              <a:t>Response</a:t>
            </a:r>
          </a:p>
        </p:txBody>
      </p:sp>
      <p:sp>
        <p:nvSpPr>
          <p:cNvPr id="6" name="TextBox 5">
            <a:extLst>
              <a:ext uri="{FF2B5EF4-FFF2-40B4-BE49-F238E27FC236}">
                <a16:creationId xmlns:a16="http://schemas.microsoft.com/office/drawing/2014/main" id="{3FD34C3E-2013-4941-BE8E-9B4B12B68788}"/>
              </a:ext>
            </a:extLst>
          </p:cNvPr>
          <p:cNvSpPr txBox="1"/>
          <p:nvPr/>
        </p:nvSpPr>
        <p:spPr>
          <a:xfrm>
            <a:off x="462223" y="1838848"/>
            <a:ext cx="3416439" cy="4524315"/>
          </a:xfrm>
          <a:prstGeom prst="rect">
            <a:avLst/>
          </a:prstGeom>
          <a:noFill/>
        </p:spPr>
        <p:txBody>
          <a:bodyPr wrap="square" rtlCol="0">
            <a:spAutoFit/>
          </a:bodyPr>
          <a:lstStyle/>
          <a:p>
            <a:r>
              <a:rPr lang="en-US" sz="1600" i="1" dirty="0"/>
              <a:t>Created merge_excel_files.py. It reads the first worksheet from .xlsx files in case-insensitive alphabetical order, keeps the first row for duplicate customer IDs, and writes merged_customers.csv without modifying the workbooks. It raises a clear error if there are no workbooks or a workbook lacks Cust_ID.</a:t>
            </a:r>
          </a:p>
          <a:p>
            <a:r>
              <a:rPr lang="en-US" sz="1600" i="1" dirty="0"/>
              <a:t>Python syntax validation passed. I couldn’t run the synthetic-workbook checks because pandas isn’t installed in this environment.</a:t>
            </a:r>
          </a:p>
        </p:txBody>
      </p:sp>
    </p:spTree>
    <p:extLst>
      <p:ext uri="{BB962C8B-B14F-4D97-AF65-F5344CB8AC3E}">
        <p14:creationId xmlns:p14="http://schemas.microsoft.com/office/powerpoint/2010/main" val="2465118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5F26-0F1A-4318-A95F-C336C4919EBD}"/>
              </a:ext>
            </a:extLst>
          </p:cNvPr>
          <p:cNvSpPr>
            <a:spLocks noGrp="1"/>
          </p:cNvSpPr>
          <p:nvPr>
            <p:ph type="title"/>
          </p:nvPr>
        </p:nvSpPr>
        <p:spPr/>
        <p:txBody>
          <a:bodyPr/>
          <a:lstStyle/>
          <a:p>
            <a:r>
              <a:rPr lang="en-US" dirty="0"/>
              <a:t>Example: Explaining the script</a:t>
            </a:r>
          </a:p>
        </p:txBody>
      </p:sp>
      <p:sp>
        <p:nvSpPr>
          <p:cNvPr id="3" name="Content Placeholder 2">
            <a:extLst>
              <a:ext uri="{FF2B5EF4-FFF2-40B4-BE49-F238E27FC236}">
                <a16:creationId xmlns:a16="http://schemas.microsoft.com/office/drawing/2014/main" id="{6599A82E-2D7A-4B83-9B01-CC05FC483A8A}"/>
              </a:ext>
            </a:extLst>
          </p:cNvPr>
          <p:cNvSpPr>
            <a:spLocks noGrp="1"/>
          </p:cNvSpPr>
          <p:nvPr>
            <p:ph idx="1"/>
          </p:nvPr>
        </p:nvSpPr>
        <p:spPr/>
        <p:txBody>
          <a:bodyPr/>
          <a:lstStyle/>
          <a:p>
            <a:r>
              <a:rPr lang="en-US" dirty="0"/>
              <a:t>Using the included merge_excel_files.py script, examine the sample and look for claims we can verify</a:t>
            </a:r>
          </a:p>
        </p:txBody>
      </p:sp>
      <p:sp>
        <p:nvSpPr>
          <p:cNvPr id="4" name="TextBox 3">
            <a:extLst>
              <a:ext uri="{FF2B5EF4-FFF2-40B4-BE49-F238E27FC236}">
                <a16:creationId xmlns:a16="http://schemas.microsoft.com/office/drawing/2014/main" id="{33F4D075-B110-45F9-9E77-BEAE43FA5329}"/>
              </a:ext>
            </a:extLst>
          </p:cNvPr>
          <p:cNvSpPr txBox="1"/>
          <p:nvPr/>
        </p:nvSpPr>
        <p:spPr>
          <a:xfrm>
            <a:off x="1103312" y="2824515"/>
            <a:ext cx="9777046" cy="923330"/>
          </a:xfrm>
          <a:prstGeom prst="rect">
            <a:avLst/>
          </a:prstGeom>
          <a:noFill/>
          <a:ln>
            <a:solidFill>
              <a:schemeClr val="tx1"/>
            </a:solidFill>
          </a:ln>
        </p:spPr>
        <p:txBody>
          <a:bodyPr wrap="square" rtlCol="0">
            <a:spAutoFit/>
          </a:bodyPr>
          <a:lstStyle/>
          <a:p>
            <a:r>
              <a:rPr lang="en-US" dirty="0"/>
              <a:t>Prompt:</a:t>
            </a:r>
          </a:p>
          <a:p>
            <a:r>
              <a:rPr lang="en-US" dirty="0"/>
              <a:t>Explain what this file does in plain language. Identify its inputs, outputs and main steps. Do not assume behavior that is not visible in the code.</a:t>
            </a:r>
          </a:p>
        </p:txBody>
      </p:sp>
      <p:pic>
        <p:nvPicPr>
          <p:cNvPr id="8" name="Picture 7">
            <a:extLst>
              <a:ext uri="{FF2B5EF4-FFF2-40B4-BE49-F238E27FC236}">
                <a16:creationId xmlns:a16="http://schemas.microsoft.com/office/drawing/2014/main" id="{94E93382-5D19-4A5E-9B40-1E2EEE86DC10}"/>
              </a:ext>
            </a:extLst>
          </p:cNvPr>
          <p:cNvPicPr>
            <a:picLocks noChangeAspect="1"/>
          </p:cNvPicPr>
          <p:nvPr/>
        </p:nvPicPr>
        <p:blipFill>
          <a:blip r:embed="rId3"/>
          <a:stretch>
            <a:fillRect/>
          </a:stretch>
        </p:blipFill>
        <p:spPr>
          <a:xfrm>
            <a:off x="1833085" y="3857729"/>
            <a:ext cx="8317499" cy="2817074"/>
          </a:xfrm>
          <a:prstGeom prst="rect">
            <a:avLst/>
          </a:prstGeom>
        </p:spPr>
      </p:pic>
    </p:spTree>
    <p:extLst>
      <p:ext uri="{BB962C8B-B14F-4D97-AF65-F5344CB8AC3E}">
        <p14:creationId xmlns:p14="http://schemas.microsoft.com/office/powerpoint/2010/main" val="106416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5F26-0F1A-4318-A95F-C336C4919EBD}"/>
              </a:ext>
            </a:extLst>
          </p:cNvPr>
          <p:cNvSpPr>
            <a:spLocks noGrp="1"/>
          </p:cNvSpPr>
          <p:nvPr>
            <p:ph type="title"/>
          </p:nvPr>
        </p:nvSpPr>
        <p:spPr/>
        <p:txBody>
          <a:bodyPr/>
          <a:lstStyle/>
          <a:p>
            <a:r>
              <a:rPr lang="en-US" dirty="0"/>
              <a:t>Example: Narrow down the explanation question</a:t>
            </a:r>
          </a:p>
        </p:txBody>
      </p:sp>
      <p:sp>
        <p:nvSpPr>
          <p:cNvPr id="3" name="Content Placeholder 2">
            <a:extLst>
              <a:ext uri="{FF2B5EF4-FFF2-40B4-BE49-F238E27FC236}">
                <a16:creationId xmlns:a16="http://schemas.microsoft.com/office/drawing/2014/main" id="{6599A82E-2D7A-4B83-9B01-CC05FC483A8A}"/>
              </a:ext>
            </a:extLst>
          </p:cNvPr>
          <p:cNvSpPr>
            <a:spLocks noGrp="1"/>
          </p:cNvSpPr>
          <p:nvPr>
            <p:ph idx="1"/>
          </p:nvPr>
        </p:nvSpPr>
        <p:spPr/>
        <p:txBody>
          <a:bodyPr/>
          <a:lstStyle/>
          <a:p>
            <a:r>
              <a:rPr lang="en-US" dirty="0"/>
              <a:t>Narrowing the question makes the answer easier to  check</a:t>
            </a:r>
          </a:p>
        </p:txBody>
      </p:sp>
      <p:sp>
        <p:nvSpPr>
          <p:cNvPr id="4" name="TextBox 3">
            <a:extLst>
              <a:ext uri="{FF2B5EF4-FFF2-40B4-BE49-F238E27FC236}">
                <a16:creationId xmlns:a16="http://schemas.microsoft.com/office/drawing/2014/main" id="{33F4D075-B110-45F9-9E77-BEAE43FA5329}"/>
              </a:ext>
            </a:extLst>
          </p:cNvPr>
          <p:cNvSpPr txBox="1"/>
          <p:nvPr/>
        </p:nvSpPr>
        <p:spPr>
          <a:xfrm>
            <a:off x="1103312" y="2738415"/>
            <a:ext cx="9777046" cy="923330"/>
          </a:xfrm>
          <a:prstGeom prst="rect">
            <a:avLst/>
          </a:prstGeom>
          <a:noFill/>
          <a:ln>
            <a:solidFill>
              <a:schemeClr val="tx1"/>
            </a:solidFill>
          </a:ln>
        </p:spPr>
        <p:txBody>
          <a:bodyPr wrap="square" rtlCol="0">
            <a:spAutoFit/>
          </a:bodyPr>
          <a:lstStyle/>
          <a:p>
            <a:r>
              <a:rPr lang="en-US" dirty="0"/>
              <a:t>Prompt:</a:t>
            </a:r>
          </a:p>
          <a:p>
            <a:pPr algn="l"/>
            <a:r>
              <a:rPr lang="en-US" sz="1800" b="0" dirty="0">
                <a:solidFill>
                  <a:srgbClr val="FFFFFF"/>
                </a:solidFill>
                <a:latin typeface="Aptos Mono"/>
              </a:rPr>
              <a:t>What does the merge_excel_files function do when the input is empty or contains a missing field? Point to the relevant code path.</a:t>
            </a:r>
          </a:p>
        </p:txBody>
      </p:sp>
      <p:pic>
        <p:nvPicPr>
          <p:cNvPr id="6" name="Picture 5">
            <a:extLst>
              <a:ext uri="{FF2B5EF4-FFF2-40B4-BE49-F238E27FC236}">
                <a16:creationId xmlns:a16="http://schemas.microsoft.com/office/drawing/2014/main" id="{2694E3E8-47FC-45FA-89F7-D7E32ADBEDE0}"/>
              </a:ext>
            </a:extLst>
          </p:cNvPr>
          <p:cNvPicPr>
            <a:picLocks noChangeAspect="1"/>
          </p:cNvPicPr>
          <p:nvPr/>
        </p:nvPicPr>
        <p:blipFill>
          <a:blip r:embed="rId3"/>
          <a:stretch>
            <a:fillRect/>
          </a:stretch>
        </p:blipFill>
        <p:spPr>
          <a:xfrm>
            <a:off x="1304279" y="4150658"/>
            <a:ext cx="9085717" cy="1340697"/>
          </a:xfrm>
          <a:prstGeom prst="rect">
            <a:avLst/>
          </a:prstGeom>
        </p:spPr>
      </p:pic>
    </p:spTree>
    <p:extLst>
      <p:ext uri="{BB962C8B-B14F-4D97-AF65-F5344CB8AC3E}">
        <p14:creationId xmlns:p14="http://schemas.microsoft.com/office/powerpoint/2010/main" val="3416384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9A234F-7878-4D53-B627-023ED3FD64AD}"/>
              </a:ext>
            </a:extLst>
          </p:cNvPr>
          <p:cNvSpPr>
            <a:spLocks noGrp="1"/>
          </p:cNvSpPr>
          <p:nvPr>
            <p:ph type="title"/>
          </p:nvPr>
        </p:nvSpPr>
        <p:spPr/>
        <p:txBody>
          <a:bodyPr/>
          <a:lstStyle/>
          <a:p>
            <a:r>
              <a:rPr lang="en-US" dirty="0"/>
              <a:t>Verify the explanation</a:t>
            </a:r>
          </a:p>
        </p:txBody>
      </p:sp>
      <p:sp>
        <p:nvSpPr>
          <p:cNvPr id="5" name="Text Placeholder 4">
            <a:extLst>
              <a:ext uri="{FF2B5EF4-FFF2-40B4-BE49-F238E27FC236}">
                <a16:creationId xmlns:a16="http://schemas.microsoft.com/office/drawing/2014/main" id="{880CFA82-3BD4-4EF1-932C-C87D50300A84}"/>
              </a:ext>
            </a:extLst>
          </p:cNvPr>
          <p:cNvSpPr>
            <a:spLocks noGrp="1"/>
          </p:cNvSpPr>
          <p:nvPr>
            <p:ph type="body" idx="1"/>
          </p:nvPr>
        </p:nvSpPr>
        <p:spPr/>
        <p:txBody>
          <a:bodyPr/>
          <a:lstStyle/>
          <a:p>
            <a:r>
              <a:rPr lang="en-US" dirty="0"/>
              <a:t>Where?</a:t>
            </a:r>
          </a:p>
        </p:txBody>
      </p:sp>
      <p:sp>
        <p:nvSpPr>
          <p:cNvPr id="8" name="Text Placeholder 7">
            <a:extLst>
              <a:ext uri="{FF2B5EF4-FFF2-40B4-BE49-F238E27FC236}">
                <a16:creationId xmlns:a16="http://schemas.microsoft.com/office/drawing/2014/main" id="{682513D3-B660-4C00-8D36-C5B1C4408282}"/>
              </a:ext>
            </a:extLst>
          </p:cNvPr>
          <p:cNvSpPr>
            <a:spLocks noGrp="1"/>
          </p:cNvSpPr>
          <p:nvPr>
            <p:ph type="body" sz="half" idx="15"/>
          </p:nvPr>
        </p:nvSpPr>
        <p:spPr/>
        <p:txBody>
          <a:bodyPr/>
          <a:lstStyle/>
          <a:p>
            <a:r>
              <a:rPr lang="en-US" dirty="0"/>
              <a:t>Where is the claim shown in the code?</a:t>
            </a:r>
          </a:p>
        </p:txBody>
      </p:sp>
      <p:sp>
        <p:nvSpPr>
          <p:cNvPr id="6" name="Text Placeholder 5">
            <a:extLst>
              <a:ext uri="{FF2B5EF4-FFF2-40B4-BE49-F238E27FC236}">
                <a16:creationId xmlns:a16="http://schemas.microsoft.com/office/drawing/2014/main" id="{DABC7C5F-89FA-4E64-98EE-3FA1AC099E7F}"/>
              </a:ext>
            </a:extLst>
          </p:cNvPr>
          <p:cNvSpPr>
            <a:spLocks noGrp="1"/>
          </p:cNvSpPr>
          <p:nvPr>
            <p:ph type="body" sz="quarter" idx="3"/>
          </p:nvPr>
        </p:nvSpPr>
        <p:spPr/>
        <p:txBody>
          <a:bodyPr/>
          <a:lstStyle/>
          <a:p>
            <a:r>
              <a:rPr lang="en-US" dirty="0"/>
              <a:t>What assumption?</a:t>
            </a:r>
          </a:p>
        </p:txBody>
      </p:sp>
      <p:sp>
        <p:nvSpPr>
          <p:cNvPr id="9" name="Text Placeholder 8">
            <a:extLst>
              <a:ext uri="{FF2B5EF4-FFF2-40B4-BE49-F238E27FC236}">
                <a16:creationId xmlns:a16="http://schemas.microsoft.com/office/drawing/2014/main" id="{4EB64F58-22D0-46B6-B3E5-2A637BB000F7}"/>
              </a:ext>
            </a:extLst>
          </p:cNvPr>
          <p:cNvSpPr>
            <a:spLocks noGrp="1"/>
          </p:cNvSpPr>
          <p:nvPr>
            <p:ph type="body" sz="half" idx="16"/>
          </p:nvPr>
        </p:nvSpPr>
        <p:spPr/>
        <p:txBody>
          <a:bodyPr/>
          <a:lstStyle/>
          <a:p>
            <a:r>
              <a:rPr lang="en-US" dirty="0"/>
              <a:t>What is the answer assuming about the input or environment?</a:t>
            </a:r>
          </a:p>
        </p:txBody>
      </p:sp>
      <p:sp>
        <p:nvSpPr>
          <p:cNvPr id="7" name="Text Placeholder 6">
            <a:extLst>
              <a:ext uri="{FF2B5EF4-FFF2-40B4-BE49-F238E27FC236}">
                <a16:creationId xmlns:a16="http://schemas.microsoft.com/office/drawing/2014/main" id="{4246D50A-8743-4BE8-9BFC-3A593DA49107}"/>
              </a:ext>
            </a:extLst>
          </p:cNvPr>
          <p:cNvSpPr>
            <a:spLocks noGrp="1"/>
          </p:cNvSpPr>
          <p:nvPr>
            <p:ph type="body" sz="quarter" idx="13"/>
          </p:nvPr>
        </p:nvSpPr>
        <p:spPr/>
        <p:txBody>
          <a:bodyPr/>
          <a:lstStyle/>
          <a:p>
            <a:r>
              <a:rPr lang="en-US" dirty="0"/>
              <a:t>What test?</a:t>
            </a:r>
          </a:p>
        </p:txBody>
      </p:sp>
      <p:sp>
        <p:nvSpPr>
          <p:cNvPr id="10" name="Text Placeholder 9">
            <a:extLst>
              <a:ext uri="{FF2B5EF4-FFF2-40B4-BE49-F238E27FC236}">
                <a16:creationId xmlns:a16="http://schemas.microsoft.com/office/drawing/2014/main" id="{6D71C37E-3985-426B-9D03-02698727AF25}"/>
              </a:ext>
            </a:extLst>
          </p:cNvPr>
          <p:cNvSpPr>
            <a:spLocks noGrp="1"/>
          </p:cNvSpPr>
          <p:nvPr>
            <p:ph type="body" sz="half" idx="17"/>
          </p:nvPr>
        </p:nvSpPr>
        <p:spPr/>
        <p:txBody>
          <a:bodyPr/>
          <a:lstStyle/>
          <a:p>
            <a:r>
              <a:rPr lang="en-US" dirty="0"/>
              <a:t>What harmless input or example can you use to test the claim?</a:t>
            </a:r>
          </a:p>
        </p:txBody>
      </p:sp>
    </p:spTree>
    <p:extLst>
      <p:ext uri="{BB962C8B-B14F-4D97-AF65-F5344CB8AC3E}">
        <p14:creationId xmlns:p14="http://schemas.microsoft.com/office/powerpoint/2010/main" val="649163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ABA4D13-0D7A-4F63-9F1C-A1B59403BF07}"/>
              </a:ext>
            </a:extLst>
          </p:cNvPr>
          <p:cNvSpPr>
            <a:spLocks noGrp="1"/>
          </p:cNvSpPr>
          <p:nvPr>
            <p:ph type="title"/>
          </p:nvPr>
        </p:nvSpPr>
        <p:spPr/>
        <p:txBody>
          <a:bodyPr/>
          <a:lstStyle/>
          <a:p>
            <a:r>
              <a:rPr lang="en-US" dirty="0"/>
              <a:t>Practice: How to Approach Unfamiliar Code</a:t>
            </a:r>
          </a:p>
        </p:txBody>
      </p:sp>
      <p:sp>
        <p:nvSpPr>
          <p:cNvPr id="10" name="Content Placeholder 9">
            <a:extLst>
              <a:ext uri="{FF2B5EF4-FFF2-40B4-BE49-F238E27FC236}">
                <a16:creationId xmlns:a16="http://schemas.microsoft.com/office/drawing/2014/main" id="{9529E37B-4655-4EA9-AA7F-3F6AFA1F666F}"/>
              </a:ext>
            </a:extLst>
          </p:cNvPr>
          <p:cNvSpPr>
            <a:spLocks noGrp="1"/>
          </p:cNvSpPr>
          <p:nvPr>
            <p:ph idx="1"/>
          </p:nvPr>
        </p:nvSpPr>
        <p:spPr/>
        <p:txBody>
          <a:bodyPr/>
          <a:lstStyle/>
          <a:p>
            <a:pPr marL="0" indent="0">
              <a:buNone/>
            </a:pPr>
            <a:r>
              <a:rPr lang="en-US" dirty="0"/>
              <a:t>When using </a:t>
            </a:r>
            <a:r>
              <a:rPr lang="en-US" dirty="0" err="1"/>
              <a:t>VSCode</a:t>
            </a:r>
            <a:r>
              <a:rPr lang="en-US" dirty="0"/>
              <a:t> and Github Copilot, choose an unfamiliar safe file then</a:t>
            </a:r>
          </a:p>
          <a:p>
            <a:r>
              <a:rPr lang="en-US" dirty="0"/>
              <a:t>Ask for a plain-language explanation</a:t>
            </a:r>
          </a:p>
          <a:p>
            <a:r>
              <a:rPr lang="en-US" dirty="0"/>
              <a:t>Ask one follow-up about a specific function or input</a:t>
            </a:r>
          </a:p>
          <a:p>
            <a:r>
              <a:rPr lang="en-US" dirty="0"/>
              <a:t>Verify one claim against the source code</a:t>
            </a:r>
          </a:p>
          <a:p>
            <a:r>
              <a:rPr lang="en-US" dirty="0"/>
              <a:t>Record one thing to investigate further</a:t>
            </a:r>
          </a:p>
        </p:txBody>
      </p:sp>
    </p:spTree>
    <p:extLst>
      <p:ext uri="{BB962C8B-B14F-4D97-AF65-F5344CB8AC3E}">
        <p14:creationId xmlns:p14="http://schemas.microsoft.com/office/powerpoint/2010/main" val="2153321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587AA8-81E6-49F1-B29D-A4EB729981FF}"/>
              </a:ext>
            </a:extLst>
          </p:cNvPr>
          <p:cNvSpPr>
            <a:spLocks noGrp="1"/>
          </p:cNvSpPr>
          <p:nvPr>
            <p:ph type="title"/>
          </p:nvPr>
        </p:nvSpPr>
        <p:spPr>
          <a:xfrm>
            <a:off x="1208117" y="1531271"/>
            <a:ext cx="9031037" cy="1653180"/>
          </a:xfrm>
        </p:spPr>
        <p:txBody>
          <a:bodyPr/>
          <a:lstStyle/>
          <a:p>
            <a:pPr algn="ctr"/>
            <a:r>
              <a:rPr lang="en-US" dirty="0"/>
              <a:t>AI Can Suggest</a:t>
            </a:r>
          </a:p>
        </p:txBody>
      </p:sp>
      <p:sp>
        <p:nvSpPr>
          <p:cNvPr id="5" name="Text Placeholder 4">
            <a:extLst>
              <a:ext uri="{FF2B5EF4-FFF2-40B4-BE49-F238E27FC236}">
                <a16:creationId xmlns:a16="http://schemas.microsoft.com/office/drawing/2014/main" id="{85BDCFD7-30FE-44C9-B5B7-BC0D46AF8BBD}"/>
              </a:ext>
            </a:extLst>
          </p:cNvPr>
          <p:cNvSpPr>
            <a:spLocks noGrp="1"/>
          </p:cNvSpPr>
          <p:nvPr>
            <p:ph type="body" idx="1"/>
          </p:nvPr>
        </p:nvSpPr>
        <p:spPr>
          <a:xfrm>
            <a:off x="1616149" y="3673550"/>
            <a:ext cx="8527311" cy="860400"/>
          </a:xfrm>
        </p:spPr>
        <p:txBody>
          <a:bodyPr/>
          <a:lstStyle/>
          <a:p>
            <a:pPr algn="ctr"/>
            <a:r>
              <a:rPr lang="en-US" dirty="0"/>
              <a:t>You must understand, verify, and decide if the solution is viable</a:t>
            </a:r>
          </a:p>
        </p:txBody>
      </p:sp>
      <p:sp>
        <p:nvSpPr>
          <p:cNvPr id="7" name="TextBox 6">
            <a:extLst>
              <a:ext uri="{FF2B5EF4-FFF2-40B4-BE49-F238E27FC236}">
                <a16:creationId xmlns:a16="http://schemas.microsoft.com/office/drawing/2014/main" id="{51883726-00D2-402F-98D4-5BA35F7678C3}"/>
              </a:ext>
            </a:extLst>
          </p:cNvPr>
          <p:cNvSpPr txBox="1"/>
          <p:nvPr/>
        </p:nvSpPr>
        <p:spPr>
          <a:xfrm>
            <a:off x="3795823" y="5380074"/>
            <a:ext cx="3955312" cy="646331"/>
          </a:xfrm>
          <a:prstGeom prst="rect">
            <a:avLst/>
          </a:prstGeom>
          <a:noFill/>
        </p:spPr>
        <p:txBody>
          <a:bodyPr wrap="square" rtlCol="0">
            <a:spAutoFit/>
          </a:bodyPr>
          <a:lstStyle/>
          <a:p>
            <a:r>
              <a:rPr lang="en-US" dirty="0"/>
              <a:t>NEXT SESSION:</a:t>
            </a:r>
            <a:br>
              <a:rPr lang="en-US" dirty="0"/>
            </a:br>
            <a:r>
              <a:rPr lang="en-US" dirty="0"/>
              <a:t>Prompt for Code Generation</a:t>
            </a:r>
          </a:p>
        </p:txBody>
      </p:sp>
    </p:spTree>
    <p:extLst>
      <p:ext uri="{BB962C8B-B14F-4D97-AF65-F5344CB8AC3E}">
        <p14:creationId xmlns:p14="http://schemas.microsoft.com/office/powerpoint/2010/main" val="1226387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63F3C1-8A24-4049-A88A-48281EF71206}"/>
              </a:ext>
            </a:extLst>
          </p:cNvPr>
          <p:cNvSpPr>
            <a:spLocks noGrp="1"/>
          </p:cNvSpPr>
          <p:nvPr>
            <p:ph type="title"/>
          </p:nvPr>
        </p:nvSpPr>
        <p:spPr/>
        <p:txBody>
          <a:bodyPr/>
          <a:lstStyle/>
          <a:p>
            <a:r>
              <a:rPr lang="en-US" dirty="0"/>
              <a:t>Reference Links</a:t>
            </a:r>
          </a:p>
        </p:txBody>
      </p:sp>
      <p:sp>
        <p:nvSpPr>
          <p:cNvPr id="5" name="Content Placeholder 4">
            <a:extLst>
              <a:ext uri="{FF2B5EF4-FFF2-40B4-BE49-F238E27FC236}">
                <a16:creationId xmlns:a16="http://schemas.microsoft.com/office/drawing/2014/main" id="{33786F8A-8EEE-4093-995E-9BB9EE9AE7C1}"/>
              </a:ext>
            </a:extLst>
          </p:cNvPr>
          <p:cNvSpPr>
            <a:spLocks noGrp="1"/>
          </p:cNvSpPr>
          <p:nvPr>
            <p:ph idx="1"/>
          </p:nvPr>
        </p:nvSpPr>
        <p:spPr/>
        <p:txBody>
          <a:bodyPr/>
          <a:lstStyle/>
          <a:p>
            <a:r>
              <a:rPr lang="en-US" dirty="0"/>
              <a:t>SUNY AI Policy</a:t>
            </a:r>
          </a:p>
          <a:p>
            <a:pPr lvl="1"/>
            <a:r>
              <a:rPr lang="en-US" dirty="0">
                <a:hlinkClick r:id="rId2"/>
              </a:rPr>
              <a:t>https://www.suny.edu/sunypp/documents.cfm?doc_id=933</a:t>
            </a:r>
            <a:endParaRPr lang="en-US" dirty="0"/>
          </a:p>
          <a:p>
            <a:r>
              <a:rPr lang="en-US" dirty="0"/>
              <a:t>Workshop Repo, PPTs and samples</a:t>
            </a:r>
          </a:p>
          <a:p>
            <a:pPr lvl="1"/>
            <a:r>
              <a:rPr lang="en-US" dirty="0">
                <a:hlinkClick r:id="rId3"/>
              </a:rPr>
              <a:t>https://github.com/mattrencher/making-sense-of-code</a:t>
            </a:r>
            <a:endParaRPr lang="en-US" dirty="0"/>
          </a:p>
        </p:txBody>
      </p:sp>
    </p:spTree>
    <p:extLst>
      <p:ext uri="{BB962C8B-B14F-4D97-AF65-F5344CB8AC3E}">
        <p14:creationId xmlns:p14="http://schemas.microsoft.com/office/powerpoint/2010/main" val="3924498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Consolas">
      <a:majorFont>
        <a:latin typeface="Consolas"/>
        <a:ea typeface=""/>
        <a:cs typeface=""/>
      </a:majorFont>
      <a:minorFont>
        <a:latin typeface="Consolas"/>
        <a:ea typeface=""/>
        <a:cs typeface=""/>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14070</TotalTime>
  <Words>5059</Words>
  <Application>Microsoft Office PowerPoint</Application>
  <PresentationFormat>Widescreen</PresentationFormat>
  <Paragraphs>309</Paragraphs>
  <Slides>25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 Mono</vt:lpstr>
      <vt:lpstr>Arial</vt:lpstr>
      <vt:lpstr>Calibri</vt:lpstr>
      <vt:lpstr>Consolas</vt:lpstr>
      <vt:lpstr>Google Sans Flex</vt:lpstr>
      <vt:lpstr>Poppins</vt:lpstr>
      <vt:lpstr>Wingdings</vt:lpstr>
      <vt:lpstr>Wingdings 3</vt:lpstr>
      <vt:lpstr>Ion</vt:lpstr>
      <vt:lpstr>Making Sense of Code</vt:lpstr>
      <vt:lpstr>AI Coding Tools: Landscape, Risks, and Code Comprehension</vt:lpstr>
      <vt:lpstr>Who is this for</vt:lpstr>
      <vt:lpstr>Who am I… Matt Rencher</vt:lpstr>
      <vt:lpstr>The Three Sessions Overview</vt:lpstr>
      <vt:lpstr>Today we will…</vt:lpstr>
      <vt:lpstr>How is AI used with code?</vt:lpstr>
      <vt:lpstr>What are AI Coding Assistants</vt:lpstr>
      <vt:lpstr>What is Github Copilot?</vt:lpstr>
      <vt:lpstr>Where are Coding Assistants Used?</vt:lpstr>
      <vt:lpstr>What Copilot does not know</vt:lpstr>
      <vt:lpstr>AI Coding using browser LLMs</vt:lpstr>
      <vt:lpstr>PowerPoint Presentation</vt:lpstr>
      <vt:lpstr>Risk 1: Protect sensitive information</vt:lpstr>
      <vt:lpstr>Risk 2: Code can will be WRONG</vt:lpstr>
      <vt:lpstr>Risk 3: Fluency is not evidence</vt:lpstr>
      <vt:lpstr>Four Safe-Use Habits</vt:lpstr>
      <vt:lpstr>Example: Writing a script</vt:lpstr>
      <vt:lpstr>PowerPoint Presentation</vt:lpstr>
      <vt:lpstr>Example: Explaining the script</vt:lpstr>
      <vt:lpstr>Example: Narrow down the explanation question</vt:lpstr>
      <vt:lpstr>Verify the explanation</vt:lpstr>
      <vt:lpstr>Practice: How to Approach Unfamiliar Code</vt:lpstr>
      <vt:lpstr>AI Can Suggest</vt:lpstr>
      <vt:lpstr>Reference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Software Development with GitHub Copilot</dc:title>
  <dc:creator>Matthew Rencher</dc:creator>
  <cp:lastModifiedBy>Matthew Rencher</cp:lastModifiedBy>
  <cp:revision>66</cp:revision>
  <dcterms:created xsi:type="dcterms:W3CDTF">2026-09-28T20:27:50Z</dcterms:created>
  <dcterms:modified xsi:type="dcterms:W3CDTF">2026-10-20T16:36:15Z</dcterms:modified>
</cp:coreProperties>
</file>